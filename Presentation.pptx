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1" r:id="rId1"/>
  </p:sldMasterIdLst>
  <p:sldIdLst>
    <p:sldId id="256" r:id="rId2"/>
    <p:sldId id="273" r:id="rId3"/>
    <p:sldId id="257" r:id="rId4"/>
    <p:sldId id="258" r:id="rId5"/>
    <p:sldId id="279" r:id="rId6"/>
    <p:sldId id="280" r:id="rId7"/>
    <p:sldId id="281" r:id="rId8"/>
    <p:sldId id="261" r:id="rId9"/>
    <p:sldId id="282" r:id="rId10"/>
    <p:sldId id="283" r:id="rId11"/>
    <p:sldId id="285" r:id="rId12"/>
    <p:sldId id="284" r:id="rId13"/>
    <p:sldId id="267"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47" autoAdjust="0"/>
    <p:restoredTop sz="94660"/>
  </p:normalViewPr>
  <p:slideViewPr>
    <p:cSldViewPr snapToGrid="0">
      <p:cViewPr varScale="1">
        <p:scale>
          <a:sx n="113" d="100"/>
          <a:sy n="113" d="100"/>
        </p:scale>
        <p:origin x="336"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tx2">
                  <a:lumMod val="5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51F555DB-4D94-4C89-AC89-9F77868B55B4}" type="datetimeFigureOut">
              <a:rPr lang="fr-CI" smtClean="0"/>
              <a:t>03/04/2023</a:t>
            </a:fld>
            <a:endParaRPr lang="fr-CI"/>
          </a:p>
        </p:txBody>
      </p:sp>
      <p:sp>
        <p:nvSpPr>
          <p:cNvPr id="5" name="Footer Placeholder 4"/>
          <p:cNvSpPr>
            <a:spLocks noGrp="1"/>
          </p:cNvSpPr>
          <p:nvPr>
            <p:ph type="ftr" sz="quarter" idx="11"/>
          </p:nvPr>
        </p:nvSpPr>
        <p:spPr>
          <a:xfrm>
            <a:off x="1876424" y="5410201"/>
            <a:ext cx="5124886" cy="365125"/>
          </a:xfrm>
        </p:spPr>
        <p:txBody>
          <a:bodyPr/>
          <a:lstStyle/>
          <a:p>
            <a:endParaRPr lang="fr-CI"/>
          </a:p>
        </p:txBody>
      </p:sp>
      <p:sp>
        <p:nvSpPr>
          <p:cNvPr id="6" name="Slide Number Placeholder 5"/>
          <p:cNvSpPr>
            <a:spLocks noGrp="1"/>
          </p:cNvSpPr>
          <p:nvPr>
            <p:ph type="sldNum" sz="quarter" idx="12"/>
          </p:nvPr>
        </p:nvSpPr>
        <p:spPr>
          <a:xfrm>
            <a:off x="9896911" y="5410199"/>
            <a:ext cx="771089" cy="365125"/>
          </a:xfrm>
        </p:spPr>
        <p:txBody>
          <a:bodyPr/>
          <a:lstStyle/>
          <a:p>
            <a:fld id="{517CCEE9-D085-4C37-AE13-F2A62EEA6CBF}" type="slidenum">
              <a:rPr lang="fr-CI" smtClean="0"/>
              <a:t>‹#›</a:t>
            </a:fld>
            <a:endParaRPr lang="fr-CI"/>
          </a:p>
        </p:txBody>
      </p:sp>
    </p:spTree>
    <p:extLst>
      <p:ext uri="{BB962C8B-B14F-4D97-AF65-F5344CB8AC3E}">
        <p14:creationId xmlns:p14="http://schemas.microsoft.com/office/powerpoint/2010/main" val="25060122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1F555DB-4D94-4C89-AC89-9F77868B55B4}" type="datetimeFigureOut">
              <a:rPr lang="fr-CI" smtClean="0"/>
              <a:t>03/04/2023</a:t>
            </a:fld>
            <a:endParaRPr lang="fr-CI"/>
          </a:p>
        </p:txBody>
      </p:sp>
      <p:sp>
        <p:nvSpPr>
          <p:cNvPr id="5" name="Footer Placeholder 4"/>
          <p:cNvSpPr>
            <a:spLocks noGrp="1"/>
          </p:cNvSpPr>
          <p:nvPr>
            <p:ph type="ftr" sz="quarter" idx="11"/>
          </p:nvPr>
        </p:nvSpPr>
        <p:spPr/>
        <p:txBody>
          <a:bodyPr/>
          <a:lstStyle/>
          <a:p>
            <a:endParaRPr lang="fr-CI"/>
          </a:p>
        </p:txBody>
      </p:sp>
      <p:sp>
        <p:nvSpPr>
          <p:cNvPr id="6" name="Slide Number Placeholder 5"/>
          <p:cNvSpPr>
            <a:spLocks noGrp="1"/>
          </p:cNvSpPr>
          <p:nvPr>
            <p:ph type="sldNum" sz="quarter" idx="12"/>
          </p:nvPr>
        </p:nvSpPr>
        <p:spPr/>
        <p:txBody>
          <a:bodyPr/>
          <a:lstStyle/>
          <a:p>
            <a:fld id="{517CCEE9-D085-4C37-AE13-F2A62EEA6CBF}" type="slidenum">
              <a:rPr lang="fr-CI" smtClean="0"/>
              <a:t>‹#›</a:t>
            </a:fld>
            <a:endParaRPr lang="fr-CI"/>
          </a:p>
        </p:txBody>
      </p:sp>
    </p:spTree>
    <p:extLst>
      <p:ext uri="{BB962C8B-B14F-4D97-AF65-F5344CB8AC3E}">
        <p14:creationId xmlns:p14="http://schemas.microsoft.com/office/powerpoint/2010/main" val="6748497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1F555DB-4D94-4C89-AC89-9F77868B55B4}" type="datetimeFigureOut">
              <a:rPr lang="fr-CI" smtClean="0"/>
              <a:t>03/04/2023</a:t>
            </a:fld>
            <a:endParaRPr lang="fr-CI"/>
          </a:p>
        </p:txBody>
      </p:sp>
      <p:sp>
        <p:nvSpPr>
          <p:cNvPr id="5" name="Footer Placeholder 4"/>
          <p:cNvSpPr>
            <a:spLocks noGrp="1"/>
          </p:cNvSpPr>
          <p:nvPr>
            <p:ph type="ftr" sz="quarter" idx="11"/>
          </p:nvPr>
        </p:nvSpPr>
        <p:spPr/>
        <p:txBody>
          <a:bodyPr/>
          <a:lstStyle/>
          <a:p>
            <a:endParaRPr lang="fr-CI"/>
          </a:p>
        </p:txBody>
      </p:sp>
      <p:sp>
        <p:nvSpPr>
          <p:cNvPr id="6" name="Slide Number Placeholder 5"/>
          <p:cNvSpPr>
            <a:spLocks noGrp="1"/>
          </p:cNvSpPr>
          <p:nvPr>
            <p:ph type="sldNum" sz="quarter" idx="12"/>
          </p:nvPr>
        </p:nvSpPr>
        <p:spPr/>
        <p:txBody>
          <a:bodyPr/>
          <a:lstStyle/>
          <a:p>
            <a:fld id="{517CCEE9-D085-4C37-AE13-F2A62EEA6CBF}" type="slidenum">
              <a:rPr lang="fr-CI" smtClean="0"/>
              <a:t>‹#›</a:t>
            </a:fld>
            <a:endParaRPr lang="fr-CI"/>
          </a:p>
        </p:txBody>
      </p:sp>
    </p:spTree>
    <p:extLst>
      <p:ext uri="{BB962C8B-B14F-4D97-AF65-F5344CB8AC3E}">
        <p14:creationId xmlns:p14="http://schemas.microsoft.com/office/powerpoint/2010/main" val="41219371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1F555DB-4D94-4C89-AC89-9F77868B55B4}" type="datetimeFigureOut">
              <a:rPr lang="fr-CI" smtClean="0"/>
              <a:t>03/04/2023</a:t>
            </a:fld>
            <a:endParaRPr lang="fr-CI"/>
          </a:p>
        </p:txBody>
      </p:sp>
      <p:sp>
        <p:nvSpPr>
          <p:cNvPr id="6" name="Footer Placeholder 5"/>
          <p:cNvSpPr>
            <a:spLocks noGrp="1"/>
          </p:cNvSpPr>
          <p:nvPr>
            <p:ph type="ftr" sz="quarter" idx="11"/>
          </p:nvPr>
        </p:nvSpPr>
        <p:spPr/>
        <p:txBody>
          <a:bodyPr/>
          <a:lstStyle/>
          <a:p>
            <a:endParaRPr lang="fr-CI"/>
          </a:p>
        </p:txBody>
      </p:sp>
      <p:sp>
        <p:nvSpPr>
          <p:cNvPr id="7" name="Slide Number Placeholder 6"/>
          <p:cNvSpPr>
            <a:spLocks noGrp="1"/>
          </p:cNvSpPr>
          <p:nvPr>
            <p:ph type="sldNum" sz="quarter" idx="12"/>
          </p:nvPr>
        </p:nvSpPr>
        <p:spPr/>
        <p:txBody>
          <a:bodyPr/>
          <a:lstStyle/>
          <a:p>
            <a:fld id="{517CCEE9-D085-4C37-AE13-F2A62EEA6CBF}" type="slidenum">
              <a:rPr lang="fr-CI" smtClean="0"/>
              <a:t>‹#›</a:t>
            </a:fld>
            <a:endParaRPr lang="fr-CI"/>
          </a:p>
        </p:txBody>
      </p:sp>
    </p:spTree>
    <p:extLst>
      <p:ext uri="{BB962C8B-B14F-4D97-AF65-F5344CB8AC3E}">
        <p14:creationId xmlns:p14="http://schemas.microsoft.com/office/powerpoint/2010/main" val="5201112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1F555DB-4D94-4C89-AC89-9F77868B55B4}" type="datetimeFigureOut">
              <a:rPr lang="fr-CI" smtClean="0"/>
              <a:t>03/04/2023</a:t>
            </a:fld>
            <a:endParaRPr lang="fr-CI"/>
          </a:p>
        </p:txBody>
      </p:sp>
      <p:sp>
        <p:nvSpPr>
          <p:cNvPr id="8" name="Footer Placeholder 7"/>
          <p:cNvSpPr>
            <a:spLocks noGrp="1"/>
          </p:cNvSpPr>
          <p:nvPr>
            <p:ph type="ftr" sz="quarter" idx="11"/>
          </p:nvPr>
        </p:nvSpPr>
        <p:spPr/>
        <p:txBody>
          <a:bodyPr/>
          <a:lstStyle/>
          <a:p>
            <a:endParaRPr lang="fr-CI"/>
          </a:p>
        </p:txBody>
      </p:sp>
      <p:sp>
        <p:nvSpPr>
          <p:cNvPr id="9" name="Slide Number Placeholder 8"/>
          <p:cNvSpPr>
            <a:spLocks noGrp="1"/>
          </p:cNvSpPr>
          <p:nvPr>
            <p:ph type="sldNum" sz="quarter" idx="12"/>
          </p:nvPr>
        </p:nvSpPr>
        <p:spPr/>
        <p:txBody>
          <a:bodyPr/>
          <a:lstStyle/>
          <a:p>
            <a:fld id="{517CCEE9-D085-4C37-AE13-F2A62EEA6CBF}" type="slidenum">
              <a:rPr lang="fr-CI" smtClean="0"/>
              <a:t>‹#›</a:t>
            </a:fld>
            <a:endParaRPr lang="fr-CI"/>
          </a:p>
        </p:txBody>
      </p:sp>
    </p:spTree>
    <p:extLst>
      <p:ext uri="{BB962C8B-B14F-4D97-AF65-F5344CB8AC3E}">
        <p14:creationId xmlns:p14="http://schemas.microsoft.com/office/powerpoint/2010/main" val="11598963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1F555DB-4D94-4C89-AC89-9F77868B55B4}" type="datetimeFigureOut">
              <a:rPr lang="fr-CI" smtClean="0"/>
              <a:t>03/04/2023</a:t>
            </a:fld>
            <a:endParaRPr lang="fr-CI"/>
          </a:p>
        </p:txBody>
      </p:sp>
      <p:sp>
        <p:nvSpPr>
          <p:cNvPr id="4" name="Footer Placeholder 3"/>
          <p:cNvSpPr>
            <a:spLocks noGrp="1"/>
          </p:cNvSpPr>
          <p:nvPr>
            <p:ph type="ftr" sz="quarter" idx="11"/>
          </p:nvPr>
        </p:nvSpPr>
        <p:spPr/>
        <p:txBody>
          <a:bodyPr/>
          <a:lstStyle/>
          <a:p>
            <a:endParaRPr lang="fr-CI"/>
          </a:p>
        </p:txBody>
      </p:sp>
      <p:sp>
        <p:nvSpPr>
          <p:cNvPr id="5" name="Slide Number Placeholder 4"/>
          <p:cNvSpPr>
            <a:spLocks noGrp="1"/>
          </p:cNvSpPr>
          <p:nvPr>
            <p:ph type="sldNum" sz="quarter" idx="12"/>
          </p:nvPr>
        </p:nvSpPr>
        <p:spPr/>
        <p:txBody>
          <a:bodyPr/>
          <a:lstStyle/>
          <a:p>
            <a:fld id="{517CCEE9-D085-4C37-AE13-F2A62EEA6CBF}" type="slidenum">
              <a:rPr lang="fr-CI" smtClean="0"/>
              <a:t>‹#›</a:t>
            </a:fld>
            <a:endParaRPr lang="fr-CI"/>
          </a:p>
        </p:txBody>
      </p:sp>
    </p:spTree>
    <p:extLst>
      <p:ext uri="{BB962C8B-B14F-4D97-AF65-F5344CB8AC3E}">
        <p14:creationId xmlns:p14="http://schemas.microsoft.com/office/powerpoint/2010/main" val="32627618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1F555DB-4D94-4C89-AC89-9F77868B55B4}" type="datetimeFigureOut">
              <a:rPr lang="fr-CI" smtClean="0"/>
              <a:t>03/04/2023</a:t>
            </a:fld>
            <a:endParaRPr lang="fr-CI"/>
          </a:p>
        </p:txBody>
      </p:sp>
      <p:sp>
        <p:nvSpPr>
          <p:cNvPr id="3" name="Footer Placeholder 2"/>
          <p:cNvSpPr>
            <a:spLocks noGrp="1"/>
          </p:cNvSpPr>
          <p:nvPr>
            <p:ph type="ftr" sz="quarter" idx="11"/>
          </p:nvPr>
        </p:nvSpPr>
        <p:spPr/>
        <p:txBody>
          <a:bodyPr/>
          <a:lstStyle/>
          <a:p>
            <a:endParaRPr lang="fr-CI"/>
          </a:p>
        </p:txBody>
      </p:sp>
      <p:sp>
        <p:nvSpPr>
          <p:cNvPr id="4" name="Slide Number Placeholder 3"/>
          <p:cNvSpPr>
            <a:spLocks noGrp="1"/>
          </p:cNvSpPr>
          <p:nvPr>
            <p:ph type="sldNum" sz="quarter" idx="12"/>
          </p:nvPr>
        </p:nvSpPr>
        <p:spPr/>
        <p:txBody>
          <a:bodyPr/>
          <a:lstStyle/>
          <a:p>
            <a:fld id="{517CCEE9-D085-4C37-AE13-F2A62EEA6CBF}" type="slidenum">
              <a:rPr lang="fr-CI" smtClean="0"/>
              <a:t>‹#›</a:t>
            </a:fld>
            <a:endParaRPr lang="fr-CI"/>
          </a:p>
        </p:txBody>
      </p:sp>
    </p:spTree>
    <p:extLst>
      <p:ext uri="{BB962C8B-B14F-4D97-AF65-F5344CB8AC3E}">
        <p14:creationId xmlns:p14="http://schemas.microsoft.com/office/powerpoint/2010/main" val="19903764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51F555DB-4D94-4C89-AC89-9F77868B55B4}" type="datetimeFigureOut">
              <a:rPr lang="fr-CI" smtClean="0"/>
              <a:t>03/04/2023</a:t>
            </a:fld>
            <a:endParaRPr lang="fr-CI"/>
          </a:p>
        </p:txBody>
      </p:sp>
      <p:sp>
        <p:nvSpPr>
          <p:cNvPr id="6" name="Footer Placeholder 5"/>
          <p:cNvSpPr>
            <a:spLocks noGrp="1"/>
          </p:cNvSpPr>
          <p:nvPr>
            <p:ph type="ftr" sz="quarter" idx="11"/>
          </p:nvPr>
        </p:nvSpPr>
        <p:spPr/>
        <p:txBody>
          <a:bodyPr/>
          <a:lstStyle/>
          <a:p>
            <a:endParaRPr lang="fr-CI"/>
          </a:p>
        </p:txBody>
      </p:sp>
      <p:sp>
        <p:nvSpPr>
          <p:cNvPr id="7" name="Slide Number Placeholder 6"/>
          <p:cNvSpPr>
            <a:spLocks noGrp="1"/>
          </p:cNvSpPr>
          <p:nvPr>
            <p:ph type="sldNum" sz="quarter" idx="12"/>
          </p:nvPr>
        </p:nvSpPr>
        <p:spPr/>
        <p:txBody>
          <a:bodyPr/>
          <a:lstStyle/>
          <a:p>
            <a:fld id="{517CCEE9-D085-4C37-AE13-F2A62EEA6CBF}" type="slidenum">
              <a:rPr lang="fr-CI" smtClean="0"/>
              <a:t>‹#›</a:t>
            </a:fld>
            <a:endParaRPr lang="fr-CI"/>
          </a:p>
        </p:txBody>
      </p:sp>
    </p:spTree>
    <p:extLst>
      <p:ext uri="{BB962C8B-B14F-4D97-AF65-F5344CB8AC3E}">
        <p14:creationId xmlns:p14="http://schemas.microsoft.com/office/powerpoint/2010/main" val="41463302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51F555DB-4D94-4C89-AC89-9F77868B55B4}" type="datetimeFigureOut">
              <a:rPr lang="fr-CI" smtClean="0"/>
              <a:t>03/04/2023</a:t>
            </a:fld>
            <a:endParaRPr lang="fr-CI"/>
          </a:p>
        </p:txBody>
      </p:sp>
      <p:sp>
        <p:nvSpPr>
          <p:cNvPr id="6" name="Footer Placeholder 5"/>
          <p:cNvSpPr>
            <a:spLocks noGrp="1"/>
          </p:cNvSpPr>
          <p:nvPr>
            <p:ph type="ftr" sz="quarter" idx="11"/>
          </p:nvPr>
        </p:nvSpPr>
        <p:spPr/>
        <p:txBody>
          <a:bodyPr/>
          <a:lstStyle/>
          <a:p>
            <a:endParaRPr lang="fr-CI"/>
          </a:p>
        </p:txBody>
      </p:sp>
      <p:sp>
        <p:nvSpPr>
          <p:cNvPr id="7" name="Slide Number Placeholder 6"/>
          <p:cNvSpPr>
            <a:spLocks noGrp="1"/>
          </p:cNvSpPr>
          <p:nvPr>
            <p:ph type="sldNum" sz="quarter" idx="12"/>
          </p:nvPr>
        </p:nvSpPr>
        <p:spPr/>
        <p:txBody>
          <a:bodyPr/>
          <a:lstStyle/>
          <a:p>
            <a:fld id="{517CCEE9-D085-4C37-AE13-F2A62EEA6CBF}" type="slidenum">
              <a:rPr lang="fr-CI" smtClean="0"/>
              <a:t>‹#›</a:t>
            </a:fld>
            <a:endParaRPr lang="fr-CI"/>
          </a:p>
        </p:txBody>
      </p:sp>
    </p:spTree>
    <p:extLst>
      <p:ext uri="{BB962C8B-B14F-4D97-AF65-F5344CB8AC3E}">
        <p14:creationId xmlns:p14="http://schemas.microsoft.com/office/powerpoint/2010/main" val="20452524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51F555DB-4D94-4C89-AC89-9F77868B55B4}" type="datetimeFigureOut">
              <a:rPr lang="fr-CI" smtClean="0"/>
              <a:t>03/04/2023</a:t>
            </a:fld>
            <a:endParaRPr lang="fr-CI"/>
          </a:p>
        </p:txBody>
      </p:sp>
      <p:sp>
        <p:nvSpPr>
          <p:cNvPr id="6" name="Footer Placeholder 5"/>
          <p:cNvSpPr>
            <a:spLocks noGrp="1"/>
          </p:cNvSpPr>
          <p:nvPr>
            <p:ph type="ftr" sz="quarter" idx="11"/>
          </p:nvPr>
        </p:nvSpPr>
        <p:spPr/>
        <p:txBody>
          <a:bodyPr/>
          <a:lstStyle/>
          <a:p>
            <a:endParaRPr lang="fr-CI"/>
          </a:p>
        </p:txBody>
      </p:sp>
      <p:sp>
        <p:nvSpPr>
          <p:cNvPr id="7" name="Slide Number Placeholder 6"/>
          <p:cNvSpPr>
            <a:spLocks noGrp="1"/>
          </p:cNvSpPr>
          <p:nvPr>
            <p:ph type="sldNum" sz="quarter" idx="12"/>
          </p:nvPr>
        </p:nvSpPr>
        <p:spPr/>
        <p:txBody>
          <a:bodyPr/>
          <a:lstStyle/>
          <a:p>
            <a:fld id="{517CCEE9-D085-4C37-AE13-F2A62EEA6CBF}" type="slidenum">
              <a:rPr lang="fr-CI" smtClean="0"/>
              <a:t>‹#›</a:t>
            </a:fld>
            <a:endParaRPr lang="fr-CI"/>
          </a:p>
        </p:txBody>
      </p:sp>
    </p:spTree>
    <p:extLst>
      <p:ext uri="{BB962C8B-B14F-4D97-AF65-F5344CB8AC3E}">
        <p14:creationId xmlns:p14="http://schemas.microsoft.com/office/powerpoint/2010/main" val="25174715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51F555DB-4D94-4C89-AC89-9F77868B55B4}" type="datetimeFigureOut">
              <a:rPr lang="fr-CI" smtClean="0"/>
              <a:t>03/04/2023</a:t>
            </a:fld>
            <a:endParaRPr lang="fr-CI"/>
          </a:p>
        </p:txBody>
      </p:sp>
      <p:sp>
        <p:nvSpPr>
          <p:cNvPr id="6" name="Footer Placeholder 5"/>
          <p:cNvSpPr>
            <a:spLocks noGrp="1"/>
          </p:cNvSpPr>
          <p:nvPr>
            <p:ph type="ftr" sz="quarter" idx="11"/>
          </p:nvPr>
        </p:nvSpPr>
        <p:spPr/>
        <p:txBody>
          <a:bodyPr/>
          <a:lstStyle/>
          <a:p>
            <a:endParaRPr lang="fr-CI"/>
          </a:p>
        </p:txBody>
      </p:sp>
      <p:sp>
        <p:nvSpPr>
          <p:cNvPr id="7" name="Slide Number Placeholder 6"/>
          <p:cNvSpPr>
            <a:spLocks noGrp="1"/>
          </p:cNvSpPr>
          <p:nvPr>
            <p:ph type="sldNum" sz="quarter" idx="12"/>
          </p:nvPr>
        </p:nvSpPr>
        <p:spPr/>
        <p:txBody>
          <a:bodyPr/>
          <a:lstStyle/>
          <a:p>
            <a:fld id="{517CCEE9-D085-4C37-AE13-F2A62EEA6CBF}" type="slidenum">
              <a:rPr lang="fr-CI" smtClean="0"/>
              <a:t>‹#›</a:t>
            </a:fld>
            <a:endParaRPr lang="fr-CI"/>
          </a:p>
        </p:txBody>
      </p:sp>
    </p:spTree>
    <p:extLst>
      <p:ext uri="{BB962C8B-B14F-4D97-AF65-F5344CB8AC3E}">
        <p14:creationId xmlns:p14="http://schemas.microsoft.com/office/powerpoint/2010/main" val="4801097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51F555DB-4D94-4C89-AC89-9F77868B55B4}" type="datetimeFigureOut">
              <a:rPr lang="fr-CI" smtClean="0"/>
              <a:t>03/04/2023</a:t>
            </a:fld>
            <a:endParaRPr lang="fr-CI"/>
          </a:p>
        </p:txBody>
      </p:sp>
      <p:sp>
        <p:nvSpPr>
          <p:cNvPr id="6" name="Footer Placeholder 5"/>
          <p:cNvSpPr>
            <a:spLocks noGrp="1"/>
          </p:cNvSpPr>
          <p:nvPr>
            <p:ph type="ftr" sz="quarter" idx="11"/>
          </p:nvPr>
        </p:nvSpPr>
        <p:spPr/>
        <p:txBody>
          <a:bodyPr/>
          <a:lstStyle/>
          <a:p>
            <a:endParaRPr lang="fr-CI"/>
          </a:p>
        </p:txBody>
      </p:sp>
      <p:sp>
        <p:nvSpPr>
          <p:cNvPr id="7" name="Slide Number Placeholder 6"/>
          <p:cNvSpPr>
            <a:spLocks noGrp="1"/>
          </p:cNvSpPr>
          <p:nvPr>
            <p:ph type="sldNum" sz="quarter" idx="12"/>
          </p:nvPr>
        </p:nvSpPr>
        <p:spPr/>
        <p:txBody>
          <a:bodyPr/>
          <a:lstStyle/>
          <a:p>
            <a:fld id="{517CCEE9-D085-4C37-AE13-F2A62EEA6CBF}" type="slidenum">
              <a:rPr lang="fr-CI" smtClean="0"/>
              <a:t>‹#›</a:t>
            </a:fld>
            <a:endParaRPr lang="fr-CI"/>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0351164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51F555DB-4D94-4C89-AC89-9F77868B55B4}" type="datetimeFigureOut">
              <a:rPr lang="fr-CI" smtClean="0"/>
              <a:t>03/04/2023</a:t>
            </a:fld>
            <a:endParaRPr lang="fr-CI"/>
          </a:p>
        </p:txBody>
      </p:sp>
      <p:sp>
        <p:nvSpPr>
          <p:cNvPr id="6" name="Footer Placeholder 5"/>
          <p:cNvSpPr>
            <a:spLocks noGrp="1"/>
          </p:cNvSpPr>
          <p:nvPr>
            <p:ph type="ftr" sz="quarter" idx="11"/>
          </p:nvPr>
        </p:nvSpPr>
        <p:spPr/>
        <p:txBody>
          <a:bodyPr/>
          <a:lstStyle/>
          <a:p>
            <a:endParaRPr lang="fr-CI"/>
          </a:p>
        </p:txBody>
      </p:sp>
      <p:sp>
        <p:nvSpPr>
          <p:cNvPr id="7" name="Slide Number Placeholder 6"/>
          <p:cNvSpPr>
            <a:spLocks noGrp="1"/>
          </p:cNvSpPr>
          <p:nvPr>
            <p:ph type="sldNum" sz="quarter" idx="12"/>
          </p:nvPr>
        </p:nvSpPr>
        <p:spPr/>
        <p:txBody>
          <a:bodyPr/>
          <a:lstStyle/>
          <a:p>
            <a:fld id="{517CCEE9-D085-4C37-AE13-F2A62EEA6CBF}" type="slidenum">
              <a:rPr lang="fr-CI" smtClean="0"/>
              <a:t>‹#›</a:t>
            </a:fld>
            <a:endParaRPr lang="fr-CI"/>
          </a:p>
        </p:txBody>
      </p:sp>
    </p:spTree>
    <p:extLst>
      <p:ext uri="{BB962C8B-B14F-4D97-AF65-F5344CB8AC3E}">
        <p14:creationId xmlns:p14="http://schemas.microsoft.com/office/powerpoint/2010/main" val="298743811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51F555DB-4D94-4C89-AC89-9F77868B55B4}" type="datetimeFigureOut">
              <a:rPr lang="fr-CI" smtClean="0"/>
              <a:t>03/04/2023</a:t>
            </a:fld>
            <a:endParaRPr lang="fr-CI"/>
          </a:p>
        </p:txBody>
      </p:sp>
      <p:sp>
        <p:nvSpPr>
          <p:cNvPr id="4" name="Footer Placeholder 3"/>
          <p:cNvSpPr>
            <a:spLocks noGrp="1"/>
          </p:cNvSpPr>
          <p:nvPr>
            <p:ph type="ftr" sz="quarter" idx="11"/>
          </p:nvPr>
        </p:nvSpPr>
        <p:spPr/>
        <p:txBody>
          <a:bodyPr/>
          <a:lstStyle/>
          <a:p>
            <a:endParaRPr lang="fr-CI"/>
          </a:p>
        </p:txBody>
      </p:sp>
      <p:sp>
        <p:nvSpPr>
          <p:cNvPr id="5" name="Slide Number Placeholder 4"/>
          <p:cNvSpPr>
            <a:spLocks noGrp="1"/>
          </p:cNvSpPr>
          <p:nvPr>
            <p:ph type="sldNum" sz="quarter" idx="12"/>
          </p:nvPr>
        </p:nvSpPr>
        <p:spPr/>
        <p:txBody>
          <a:bodyPr/>
          <a:lstStyle/>
          <a:p>
            <a:fld id="{517CCEE9-D085-4C37-AE13-F2A62EEA6CBF}" type="slidenum">
              <a:rPr lang="fr-CI" smtClean="0"/>
              <a:t>‹#›</a:t>
            </a:fld>
            <a:endParaRPr lang="fr-CI"/>
          </a:p>
        </p:txBody>
      </p:sp>
    </p:spTree>
    <p:extLst>
      <p:ext uri="{BB962C8B-B14F-4D97-AF65-F5344CB8AC3E}">
        <p14:creationId xmlns:p14="http://schemas.microsoft.com/office/powerpoint/2010/main" val="77968014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51F555DB-4D94-4C89-AC89-9F77868B55B4}" type="datetimeFigureOut">
              <a:rPr lang="fr-CI" smtClean="0"/>
              <a:t>03/04/2023</a:t>
            </a:fld>
            <a:endParaRPr lang="fr-CI"/>
          </a:p>
        </p:txBody>
      </p:sp>
      <p:sp>
        <p:nvSpPr>
          <p:cNvPr id="4" name="Footer Placeholder 3"/>
          <p:cNvSpPr>
            <a:spLocks noGrp="1"/>
          </p:cNvSpPr>
          <p:nvPr>
            <p:ph type="ftr" sz="quarter" idx="11"/>
          </p:nvPr>
        </p:nvSpPr>
        <p:spPr/>
        <p:txBody>
          <a:bodyPr/>
          <a:lstStyle/>
          <a:p>
            <a:endParaRPr lang="fr-CI"/>
          </a:p>
        </p:txBody>
      </p:sp>
      <p:sp>
        <p:nvSpPr>
          <p:cNvPr id="5" name="Slide Number Placeholder 4"/>
          <p:cNvSpPr>
            <a:spLocks noGrp="1"/>
          </p:cNvSpPr>
          <p:nvPr>
            <p:ph type="sldNum" sz="quarter" idx="12"/>
          </p:nvPr>
        </p:nvSpPr>
        <p:spPr/>
        <p:txBody>
          <a:bodyPr/>
          <a:lstStyle/>
          <a:p>
            <a:fld id="{517CCEE9-D085-4C37-AE13-F2A62EEA6CBF}" type="slidenum">
              <a:rPr lang="fr-CI" smtClean="0"/>
              <a:t>‹#›</a:t>
            </a:fld>
            <a:endParaRPr lang="fr-CI"/>
          </a:p>
        </p:txBody>
      </p:sp>
    </p:spTree>
    <p:extLst>
      <p:ext uri="{BB962C8B-B14F-4D97-AF65-F5344CB8AC3E}">
        <p14:creationId xmlns:p14="http://schemas.microsoft.com/office/powerpoint/2010/main" val="246252934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1F555DB-4D94-4C89-AC89-9F77868B55B4}" type="datetimeFigureOut">
              <a:rPr lang="fr-CI" smtClean="0"/>
              <a:t>03/04/2023</a:t>
            </a:fld>
            <a:endParaRPr lang="fr-CI"/>
          </a:p>
        </p:txBody>
      </p:sp>
      <p:sp>
        <p:nvSpPr>
          <p:cNvPr id="5" name="Footer Placeholder 4"/>
          <p:cNvSpPr>
            <a:spLocks noGrp="1"/>
          </p:cNvSpPr>
          <p:nvPr>
            <p:ph type="ftr" sz="quarter" idx="11"/>
          </p:nvPr>
        </p:nvSpPr>
        <p:spPr/>
        <p:txBody>
          <a:bodyPr/>
          <a:lstStyle/>
          <a:p>
            <a:endParaRPr lang="fr-CI"/>
          </a:p>
        </p:txBody>
      </p:sp>
      <p:sp>
        <p:nvSpPr>
          <p:cNvPr id="6" name="Slide Number Placeholder 5"/>
          <p:cNvSpPr>
            <a:spLocks noGrp="1"/>
          </p:cNvSpPr>
          <p:nvPr>
            <p:ph type="sldNum" sz="quarter" idx="12"/>
          </p:nvPr>
        </p:nvSpPr>
        <p:spPr/>
        <p:txBody>
          <a:bodyPr/>
          <a:lstStyle/>
          <a:p>
            <a:fld id="{517CCEE9-D085-4C37-AE13-F2A62EEA6CBF}" type="slidenum">
              <a:rPr lang="fr-CI" smtClean="0"/>
              <a:t>‹#›</a:t>
            </a:fld>
            <a:endParaRPr lang="fr-CI"/>
          </a:p>
        </p:txBody>
      </p:sp>
    </p:spTree>
    <p:extLst>
      <p:ext uri="{BB962C8B-B14F-4D97-AF65-F5344CB8AC3E}">
        <p14:creationId xmlns:p14="http://schemas.microsoft.com/office/powerpoint/2010/main" val="337848015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1F555DB-4D94-4C89-AC89-9F77868B55B4}" type="datetimeFigureOut">
              <a:rPr lang="fr-CI" smtClean="0"/>
              <a:t>03/04/2023</a:t>
            </a:fld>
            <a:endParaRPr lang="fr-CI"/>
          </a:p>
        </p:txBody>
      </p:sp>
      <p:sp>
        <p:nvSpPr>
          <p:cNvPr id="5" name="Footer Placeholder 4"/>
          <p:cNvSpPr>
            <a:spLocks noGrp="1"/>
          </p:cNvSpPr>
          <p:nvPr>
            <p:ph type="ftr" sz="quarter" idx="11"/>
          </p:nvPr>
        </p:nvSpPr>
        <p:spPr/>
        <p:txBody>
          <a:bodyPr/>
          <a:lstStyle/>
          <a:p>
            <a:endParaRPr lang="fr-CI"/>
          </a:p>
        </p:txBody>
      </p:sp>
      <p:sp>
        <p:nvSpPr>
          <p:cNvPr id="6" name="Slide Number Placeholder 5"/>
          <p:cNvSpPr>
            <a:spLocks noGrp="1"/>
          </p:cNvSpPr>
          <p:nvPr>
            <p:ph type="sldNum" sz="quarter" idx="12"/>
          </p:nvPr>
        </p:nvSpPr>
        <p:spPr/>
        <p:txBody>
          <a:bodyPr/>
          <a:lstStyle/>
          <a:p>
            <a:fld id="{517CCEE9-D085-4C37-AE13-F2A62EEA6CBF}" type="slidenum">
              <a:rPr lang="fr-CI" smtClean="0"/>
              <a:t>‹#›</a:t>
            </a:fld>
            <a:endParaRPr lang="fr-CI"/>
          </a:p>
        </p:txBody>
      </p:sp>
    </p:spTree>
    <p:extLst>
      <p:ext uri="{BB962C8B-B14F-4D97-AF65-F5344CB8AC3E}">
        <p14:creationId xmlns:p14="http://schemas.microsoft.com/office/powerpoint/2010/main" val="14122765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a:gradFill flip="none" rotWithShape="1">
            <a:gsLst>
              <a:gs pos="0">
                <a:schemeClr val="tx2"/>
              </a:gs>
              <a:gs pos="100000">
                <a:schemeClr val="tx2">
                  <a:lumMod val="50000"/>
                </a:schemeClr>
              </a:gs>
            </a:gsLst>
            <a:lin ang="5400000" scaled="0"/>
            <a:tileRect/>
          </a:gradFill>
        </p:grpSpPr>
        <p:grpSp>
          <p:nvGrpSpPr>
            <p:cNvPr id="9" name="Group 8"/>
            <p:cNvGrpSpPr/>
            <p:nvPr/>
          </p:nvGrpSpPr>
          <p:grpSpPr>
            <a:xfrm>
              <a:off x="-14288" y="0"/>
              <a:ext cx="1220788" cy="6858001"/>
              <a:chOff x="-14288" y="0"/>
              <a:chExt cx="1220788" cy="6858001"/>
            </a:xfrm>
            <a:grp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p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51F555DB-4D94-4C89-AC89-9F77868B55B4}" type="datetimeFigureOut">
              <a:rPr lang="fr-CI" smtClean="0"/>
              <a:t>03/04/2023</a:t>
            </a:fld>
            <a:endParaRPr lang="fr-CI"/>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fr-CI"/>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517CCEE9-D085-4C37-AE13-F2A62EEA6CBF}" type="slidenum">
              <a:rPr lang="fr-CI" smtClean="0"/>
              <a:t>‹#›</a:t>
            </a:fld>
            <a:endParaRPr lang="fr-CI"/>
          </a:p>
        </p:txBody>
      </p:sp>
    </p:spTree>
    <p:extLst>
      <p:ext uri="{BB962C8B-B14F-4D97-AF65-F5344CB8AC3E}">
        <p14:creationId xmlns:p14="http://schemas.microsoft.com/office/powerpoint/2010/main" val="590122616"/>
      </p:ext>
    </p:extLst>
  </p:cSld>
  <p:clrMap bg1="dk1" tx1="lt1" bg2="dk2" tx2="lt2" accent1="accent1" accent2="accent2" accent3="accent3" accent4="accent4" accent5="accent5" accent6="accent6" hlink="hlink" folHlink="folHlink"/>
  <p:sldLayoutIdLst>
    <p:sldLayoutId id="2147483732" r:id="rId1"/>
    <p:sldLayoutId id="2147483733" r:id="rId2"/>
    <p:sldLayoutId id="2147483734" r:id="rId3"/>
    <p:sldLayoutId id="2147483735" r:id="rId4"/>
    <p:sldLayoutId id="2147483736" r:id="rId5"/>
    <p:sldLayoutId id="2147483737" r:id="rId6"/>
    <p:sldLayoutId id="2147483738" r:id="rId7"/>
    <p:sldLayoutId id="2147483739" r:id="rId8"/>
    <p:sldLayoutId id="2147483740" r:id="rId9"/>
    <p:sldLayoutId id="2147483741" r:id="rId10"/>
    <p:sldLayoutId id="2147483742" r:id="rId11"/>
    <p:sldLayoutId id="2147483743" r:id="rId12"/>
    <p:sldLayoutId id="2147483744" r:id="rId13"/>
    <p:sldLayoutId id="2147483745" r:id="rId14"/>
    <p:sldLayoutId id="2147483746" r:id="rId15"/>
    <p:sldLayoutId id="2147483747" r:id="rId16"/>
    <p:sldLayoutId id="2147483748"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C49D728-75CF-07D6-1AA7-4AB505E3A9E0}"/>
              </a:ext>
            </a:extLst>
          </p:cNvPr>
          <p:cNvSpPr>
            <a:spLocks noGrp="1"/>
          </p:cNvSpPr>
          <p:nvPr>
            <p:ph type="ctrTitle"/>
          </p:nvPr>
        </p:nvSpPr>
        <p:spPr/>
        <p:txBody>
          <a:bodyPr/>
          <a:lstStyle/>
          <a:p>
            <a:r>
              <a:rPr lang="fr-FR" dirty="0"/>
              <a:t>Design algorithm</a:t>
            </a:r>
            <a:endParaRPr lang="fr-CI" dirty="0"/>
          </a:p>
        </p:txBody>
      </p:sp>
      <p:sp>
        <p:nvSpPr>
          <p:cNvPr id="3" name="Sous-titre 2">
            <a:extLst>
              <a:ext uri="{FF2B5EF4-FFF2-40B4-BE49-F238E27FC236}">
                <a16:creationId xmlns:a16="http://schemas.microsoft.com/office/drawing/2014/main" id="{6D9C48B6-7C4D-6D91-F495-3C2B4DE8E154}"/>
              </a:ext>
            </a:extLst>
          </p:cNvPr>
          <p:cNvSpPr>
            <a:spLocks noGrp="1"/>
          </p:cNvSpPr>
          <p:nvPr>
            <p:ph type="subTitle" idx="1"/>
          </p:nvPr>
        </p:nvSpPr>
        <p:spPr/>
        <p:txBody>
          <a:bodyPr>
            <a:normAutofit/>
          </a:bodyPr>
          <a:lstStyle/>
          <a:p>
            <a:r>
              <a:rPr lang="fr-FR" sz="2800" dirty="0">
                <a:solidFill>
                  <a:srgbClr val="FF0000"/>
                </a:solidFill>
              </a:rPr>
              <a:t>PROJECT : BMI sorting users</a:t>
            </a:r>
            <a:endParaRPr lang="fr-CI" sz="2800" dirty="0">
              <a:solidFill>
                <a:srgbClr val="FF0000"/>
              </a:solidFill>
            </a:endParaRPr>
          </a:p>
        </p:txBody>
      </p:sp>
      <p:sp>
        <p:nvSpPr>
          <p:cNvPr id="4" name="ZoneTexte 3">
            <a:extLst>
              <a:ext uri="{FF2B5EF4-FFF2-40B4-BE49-F238E27FC236}">
                <a16:creationId xmlns:a16="http://schemas.microsoft.com/office/drawing/2014/main" id="{982ADE64-0F2C-CFA2-788C-C13F7044545B}"/>
              </a:ext>
            </a:extLst>
          </p:cNvPr>
          <p:cNvSpPr txBox="1"/>
          <p:nvPr/>
        </p:nvSpPr>
        <p:spPr>
          <a:xfrm>
            <a:off x="521757" y="307962"/>
            <a:ext cx="2709334" cy="400110"/>
          </a:xfrm>
          <a:prstGeom prst="rect">
            <a:avLst/>
          </a:prstGeom>
          <a:noFill/>
        </p:spPr>
        <p:txBody>
          <a:bodyPr wrap="square" rtlCol="0">
            <a:spAutoFit/>
          </a:bodyPr>
          <a:lstStyle/>
          <a:p>
            <a:r>
              <a:rPr lang="fr-FR" sz="2000" b="1" dirty="0"/>
              <a:t>Meite Aboubacar Sidick</a:t>
            </a:r>
            <a:endParaRPr lang="fr-CI" sz="2000" b="1" dirty="0"/>
          </a:p>
        </p:txBody>
      </p:sp>
      <p:sp>
        <p:nvSpPr>
          <p:cNvPr id="5" name="ZoneTexte 4">
            <a:extLst>
              <a:ext uri="{FF2B5EF4-FFF2-40B4-BE49-F238E27FC236}">
                <a16:creationId xmlns:a16="http://schemas.microsoft.com/office/drawing/2014/main" id="{A8A7F7ED-735F-02AE-0C3A-40B1974C4B4C}"/>
              </a:ext>
            </a:extLst>
          </p:cNvPr>
          <p:cNvSpPr txBox="1"/>
          <p:nvPr/>
        </p:nvSpPr>
        <p:spPr>
          <a:xfrm>
            <a:off x="8898467" y="6072201"/>
            <a:ext cx="2130711" cy="369332"/>
          </a:xfrm>
          <a:prstGeom prst="rect">
            <a:avLst/>
          </a:prstGeom>
          <a:noFill/>
        </p:spPr>
        <p:txBody>
          <a:bodyPr wrap="none" rtlCol="0">
            <a:spAutoFit/>
          </a:bodyPr>
          <a:lstStyle/>
          <a:p>
            <a:r>
              <a:rPr lang="fr-FR" b="1" dirty="0">
                <a:solidFill>
                  <a:srgbClr val="FF0000"/>
                </a:solidFill>
              </a:rPr>
              <a:t>Dr </a:t>
            </a:r>
            <a:r>
              <a:rPr lang="en-US" b="1" dirty="0" err="1">
                <a:solidFill>
                  <a:srgbClr val="FF0000"/>
                </a:solidFill>
                <a:latin typeface="Arial" panose="020B0604020202020204" pitchFamily="34" charset="0"/>
              </a:rPr>
              <a:t>Lebi</a:t>
            </a:r>
            <a:r>
              <a:rPr lang="en-US" b="1" dirty="0">
                <a:solidFill>
                  <a:srgbClr val="FF0000"/>
                </a:solidFill>
                <a:latin typeface="Arial" panose="020B0604020202020204" pitchFamily="34" charset="0"/>
              </a:rPr>
              <a:t> Jean Marc</a:t>
            </a:r>
            <a:endParaRPr lang="fr-CI" b="1" dirty="0">
              <a:solidFill>
                <a:srgbClr val="FF0000"/>
              </a:solidFill>
            </a:endParaRPr>
          </a:p>
        </p:txBody>
      </p:sp>
    </p:spTree>
    <p:extLst>
      <p:ext uri="{BB962C8B-B14F-4D97-AF65-F5344CB8AC3E}">
        <p14:creationId xmlns:p14="http://schemas.microsoft.com/office/powerpoint/2010/main" val="990664491"/>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937F73-F5E3-4DD8-AD78-C8DDD91D142F}"/>
              </a:ext>
            </a:extLst>
          </p:cNvPr>
          <p:cNvSpPr>
            <a:spLocks noGrp="1"/>
          </p:cNvSpPr>
          <p:nvPr>
            <p:ph type="title"/>
          </p:nvPr>
        </p:nvSpPr>
        <p:spPr>
          <a:xfrm>
            <a:off x="1141413" y="618518"/>
            <a:ext cx="9905998" cy="676882"/>
          </a:xfrm>
        </p:spPr>
        <p:txBody>
          <a:bodyPr/>
          <a:lstStyle/>
          <a:p>
            <a:pPr algn="ctr"/>
            <a:r>
              <a:rPr lang="fr-FR" dirty="0">
                <a:solidFill>
                  <a:srgbClr val="FF0000"/>
                </a:solidFill>
              </a:rPr>
              <a:t>OUTLINE</a:t>
            </a:r>
            <a:endParaRPr lang="en-US" dirty="0">
              <a:solidFill>
                <a:srgbClr val="FF0000"/>
              </a:solidFill>
            </a:endParaRPr>
          </a:p>
        </p:txBody>
      </p:sp>
      <p:sp>
        <p:nvSpPr>
          <p:cNvPr id="3" name="Content Placeholder 2">
            <a:extLst>
              <a:ext uri="{FF2B5EF4-FFF2-40B4-BE49-F238E27FC236}">
                <a16:creationId xmlns:a16="http://schemas.microsoft.com/office/drawing/2014/main" id="{67F3E707-C449-4E4C-ADA2-491D00DBF7D5}"/>
              </a:ext>
            </a:extLst>
          </p:cNvPr>
          <p:cNvSpPr>
            <a:spLocks noGrp="1"/>
          </p:cNvSpPr>
          <p:nvPr>
            <p:ph idx="1"/>
          </p:nvPr>
        </p:nvSpPr>
        <p:spPr>
          <a:xfrm>
            <a:off x="1141412" y="1295400"/>
            <a:ext cx="9905999" cy="4495801"/>
          </a:xfrm>
        </p:spPr>
        <p:txBody>
          <a:bodyPr/>
          <a:lstStyle/>
          <a:p>
            <a:endParaRPr lang="en-US" dirty="0"/>
          </a:p>
          <a:p>
            <a:pPr marL="514350" indent="-514350">
              <a:buFont typeface="+mj-lt"/>
              <a:buAutoNum type="romanUcPeriod"/>
            </a:pPr>
            <a:r>
              <a:rPr lang="en-US" dirty="0"/>
              <a:t>Introduction (topic , problem )</a:t>
            </a:r>
          </a:p>
          <a:p>
            <a:pPr marL="514350" indent="-514350">
              <a:buFont typeface="+mj-lt"/>
              <a:buAutoNum type="romanUcPeriod"/>
            </a:pPr>
            <a:r>
              <a:rPr lang="en-US" dirty="0"/>
              <a:t>The solution and the algorithm</a:t>
            </a:r>
          </a:p>
          <a:p>
            <a:pPr marL="514350" indent="-514350">
              <a:buFont typeface="+mj-lt"/>
              <a:buAutoNum type="romanUcPeriod"/>
            </a:pPr>
            <a:r>
              <a:rPr lang="fr-FR" dirty="0"/>
              <a:t>J</a:t>
            </a:r>
            <a:r>
              <a:rPr lang="en-US" dirty="0"/>
              <a:t>ava Code , interface</a:t>
            </a:r>
          </a:p>
        </p:txBody>
      </p:sp>
    </p:spTree>
    <p:extLst>
      <p:ext uri="{BB962C8B-B14F-4D97-AF65-F5344CB8AC3E}">
        <p14:creationId xmlns:p14="http://schemas.microsoft.com/office/powerpoint/2010/main" val="28328549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10C9F94-FD49-44A5-020B-EAD977E0691A}"/>
              </a:ext>
            </a:extLst>
          </p:cNvPr>
          <p:cNvSpPr>
            <a:spLocks noGrp="1"/>
          </p:cNvSpPr>
          <p:nvPr>
            <p:ph type="title"/>
          </p:nvPr>
        </p:nvSpPr>
        <p:spPr>
          <a:xfrm>
            <a:off x="921279" y="135918"/>
            <a:ext cx="9905998" cy="930882"/>
          </a:xfrm>
        </p:spPr>
        <p:txBody>
          <a:bodyPr/>
          <a:lstStyle/>
          <a:p>
            <a:pPr marL="857250" indent="-857250" algn="ctr">
              <a:buFont typeface="+mj-lt"/>
              <a:buAutoNum type="romanUcPeriod"/>
            </a:pPr>
            <a:r>
              <a:rPr lang="fr-CI" b="1" dirty="0">
                <a:solidFill>
                  <a:srgbClr val="C00000"/>
                </a:solidFill>
              </a:rPr>
              <a:t>Introduction</a:t>
            </a:r>
          </a:p>
        </p:txBody>
      </p:sp>
      <p:sp>
        <p:nvSpPr>
          <p:cNvPr id="5" name="Content Placeholder 2">
            <a:extLst>
              <a:ext uri="{FF2B5EF4-FFF2-40B4-BE49-F238E27FC236}">
                <a16:creationId xmlns:a16="http://schemas.microsoft.com/office/drawing/2014/main" id="{F5D14471-F0CD-4994-A547-BFAE6E7EA827}"/>
              </a:ext>
            </a:extLst>
          </p:cNvPr>
          <p:cNvSpPr>
            <a:spLocks noGrp="1"/>
          </p:cNvSpPr>
          <p:nvPr>
            <p:ph idx="1"/>
          </p:nvPr>
        </p:nvSpPr>
        <p:spPr/>
        <p:txBody>
          <a:bodyPr>
            <a:normAutofit lnSpcReduction="10000"/>
          </a:bodyPr>
          <a:lstStyle/>
          <a:p>
            <a:pPr marL="0" indent="0">
              <a:buNone/>
            </a:pPr>
            <a:r>
              <a:rPr lang="en-US" dirty="0"/>
              <a:t>The topic I chose is an app for sorting users so that we can avoid disorder . Recently I witnessed an uncomfortable situation in a drug station, where a group of people came to use the tool’s design for analyzing the body’s max index giving the weight, the sugar, and all of this stuff. Since they all come at the same time, nobody wants to go last so, they argued a lot, and the responsible say it wasn’t the first time. So, the problem here was to find a way to order things based on something that people will agree with since they all came at the same time.</a:t>
            </a:r>
          </a:p>
        </p:txBody>
      </p:sp>
      <p:sp>
        <p:nvSpPr>
          <p:cNvPr id="4" name="Title 1">
            <a:extLst>
              <a:ext uri="{FF2B5EF4-FFF2-40B4-BE49-F238E27FC236}">
                <a16:creationId xmlns:a16="http://schemas.microsoft.com/office/drawing/2014/main" id="{4E5AC240-B3DE-4FA6-8009-865329B01261}"/>
              </a:ext>
            </a:extLst>
          </p:cNvPr>
          <p:cNvSpPr txBox="1">
            <a:spLocks/>
          </p:cNvSpPr>
          <p:nvPr/>
        </p:nvSpPr>
        <p:spPr>
          <a:xfrm>
            <a:off x="921279" y="1066799"/>
            <a:ext cx="9905998" cy="68534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a:lstStyle>
          <a:p>
            <a:r>
              <a:rPr lang="fr-FR" dirty="0">
                <a:solidFill>
                  <a:srgbClr val="FF0000"/>
                </a:solidFill>
              </a:rPr>
              <a:t>TOPIC AND CONTEXT</a:t>
            </a:r>
            <a:endParaRPr lang="en-US" dirty="0">
              <a:solidFill>
                <a:srgbClr val="FF0000"/>
              </a:solidFill>
            </a:endParaRPr>
          </a:p>
        </p:txBody>
      </p:sp>
    </p:spTree>
    <p:extLst>
      <p:ext uri="{BB962C8B-B14F-4D97-AF65-F5344CB8AC3E}">
        <p14:creationId xmlns:p14="http://schemas.microsoft.com/office/powerpoint/2010/main" val="1521019671"/>
      </p:ext>
    </p:extLst>
  </p:cSld>
  <p:clrMapOvr>
    <a:masterClrMapping/>
  </p:clrMapOvr>
  <p:transition spd="med">
    <p:pull/>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E94E972-93A6-8933-981A-BBA0173AB960}"/>
              </a:ext>
            </a:extLst>
          </p:cNvPr>
          <p:cNvSpPr>
            <a:spLocks noGrp="1"/>
          </p:cNvSpPr>
          <p:nvPr>
            <p:ph type="title"/>
          </p:nvPr>
        </p:nvSpPr>
        <p:spPr>
          <a:xfrm>
            <a:off x="1014413" y="152851"/>
            <a:ext cx="9905998" cy="558349"/>
          </a:xfrm>
        </p:spPr>
        <p:txBody>
          <a:bodyPr>
            <a:normAutofit fontScale="90000"/>
          </a:bodyPr>
          <a:lstStyle/>
          <a:p>
            <a:pPr marL="857250" indent="-857250" algn="ctr">
              <a:buFont typeface="+mj-lt"/>
              <a:buAutoNum type="romanUcPeriod" startAt="2"/>
            </a:pPr>
            <a:r>
              <a:rPr lang="fr-CI" dirty="0">
                <a:solidFill>
                  <a:srgbClr val="C00000"/>
                </a:solidFill>
              </a:rPr>
              <a:t>Solution AND ALGO</a:t>
            </a:r>
            <a:endParaRPr lang="en-US" dirty="0">
              <a:solidFill>
                <a:srgbClr val="C00000"/>
              </a:solidFill>
            </a:endParaRPr>
          </a:p>
        </p:txBody>
      </p:sp>
      <p:sp>
        <p:nvSpPr>
          <p:cNvPr id="3" name="Espace réservé du contenu 2">
            <a:extLst>
              <a:ext uri="{FF2B5EF4-FFF2-40B4-BE49-F238E27FC236}">
                <a16:creationId xmlns:a16="http://schemas.microsoft.com/office/drawing/2014/main" id="{92C62C2B-AEB6-1A8F-5CF1-14D4E06047D8}"/>
              </a:ext>
            </a:extLst>
          </p:cNvPr>
          <p:cNvSpPr>
            <a:spLocks noGrp="1"/>
          </p:cNvSpPr>
          <p:nvPr>
            <p:ph idx="1"/>
          </p:nvPr>
        </p:nvSpPr>
        <p:spPr>
          <a:xfrm>
            <a:off x="874991" y="1616210"/>
            <a:ext cx="10442017" cy="4884343"/>
          </a:xfrm>
        </p:spPr>
        <p:txBody>
          <a:bodyPr>
            <a:normAutofit fontScale="85000" lnSpcReduction="10000"/>
          </a:bodyPr>
          <a:lstStyle/>
          <a:p>
            <a:pPr lvl="0"/>
            <a:r>
              <a:rPr lang="en-US" sz="2900" dirty="0"/>
              <a:t>Create a kind of list where people have to put their name and weight, maybe their age if there is a difference between them.</a:t>
            </a:r>
          </a:p>
          <a:p>
            <a:pPr lvl="0"/>
            <a:r>
              <a:rPr lang="en-US" sz="2900" dirty="0"/>
              <a:t>Create a user interface to input these details such as name, weight, and age.</a:t>
            </a:r>
          </a:p>
          <a:p>
            <a:pPr lvl="0"/>
            <a:r>
              <a:rPr lang="en-US" sz="2900" dirty="0"/>
              <a:t>After completion, we have to sort based on one technique according to what we want to sort like the name, the weight, or the age of people. We could have sorted by the time of arrival but we assume they all come at the same time. </a:t>
            </a:r>
          </a:p>
          <a:p>
            <a:pPr lvl="0"/>
            <a:r>
              <a:rPr lang="en-US" sz="2900" dirty="0"/>
              <a:t>After sorting, we will display the sorting list that will indicate the order, that people will use to pass for use the machine </a:t>
            </a:r>
          </a:p>
          <a:p>
            <a:pPr lvl="0"/>
            <a:r>
              <a:rPr lang="en-US" sz="2900" dirty="0"/>
              <a:t>The next part is about the machine that will calculate the body mass index </a:t>
            </a:r>
          </a:p>
          <a:p>
            <a:pPr marL="0" indent="0">
              <a:buNone/>
            </a:pPr>
            <a:endParaRPr lang="en-US" sz="1800" b="0" i="0" dirty="0">
              <a:effectLst/>
              <a:latin typeface="arial" panose="020B0604020202020204" pitchFamily="34" charset="0"/>
            </a:endParaRPr>
          </a:p>
        </p:txBody>
      </p:sp>
      <p:sp>
        <p:nvSpPr>
          <p:cNvPr id="12" name="Titre 1">
            <a:extLst>
              <a:ext uri="{FF2B5EF4-FFF2-40B4-BE49-F238E27FC236}">
                <a16:creationId xmlns:a16="http://schemas.microsoft.com/office/drawing/2014/main" id="{2E19EA49-44E0-4C46-91D1-CEB2D2C20ED7}"/>
              </a:ext>
            </a:extLst>
          </p:cNvPr>
          <p:cNvSpPr txBox="1">
            <a:spLocks/>
          </p:cNvSpPr>
          <p:nvPr/>
        </p:nvSpPr>
        <p:spPr>
          <a:xfrm>
            <a:off x="1143000" y="947041"/>
            <a:ext cx="9905998" cy="558349"/>
          </a:xfrm>
          <a:prstGeom prst="rect">
            <a:avLst/>
          </a:prstGeom>
        </p:spPr>
        <p:txBody>
          <a:bodyPr vert="horz" lIns="91440" tIns="45720" rIns="91440" bIns="45720" rtlCol="0" anchor="ctr">
            <a:normAutofit fontScale="97500" lnSpcReduction="10000"/>
          </a:bodyPr>
          <a:lst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a:lstStyle>
          <a:p>
            <a:pPr marL="742950" indent="-742950" algn="ctr">
              <a:buFont typeface="+mj-lt"/>
              <a:buAutoNum type="alphaUcPeriod"/>
            </a:pPr>
            <a:r>
              <a:rPr lang="fr-CI" dirty="0">
                <a:solidFill>
                  <a:srgbClr val="FF0000"/>
                </a:solidFill>
              </a:rPr>
              <a:t>Solution</a:t>
            </a:r>
            <a:endParaRPr lang="en-US" dirty="0">
              <a:solidFill>
                <a:srgbClr val="FF0000"/>
              </a:solidFill>
            </a:endParaRPr>
          </a:p>
        </p:txBody>
      </p:sp>
    </p:spTree>
    <p:extLst>
      <p:ext uri="{BB962C8B-B14F-4D97-AF65-F5344CB8AC3E}">
        <p14:creationId xmlns:p14="http://schemas.microsoft.com/office/powerpoint/2010/main" val="308277378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E94E972-93A6-8933-981A-BBA0173AB960}"/>
              </a:ext>
            </a:extLst>
          </p:cNvPr>
          <p:cNvSpPr>
            <a:spLocks noGrp="1"/>
          </p:cNvSpPr>
          <p:nvPr>
            <p:ph type="title"/>
          </p:nvPr>
        </p:nvSpPr>
        <p:spPr>
          <a:xfrm>
            <a:off x="1014413" y="152851"/>
            <a:ext cx="9905998" cy="558349"/>
          </a:xfrm>
        </p:spPr>
        <p:txBody>
          <a:bodyPr>
            <a:normAutofit fontScale="90000"/>
          </a:bodyPr>
          <a:lstStyle/>
          <a:p>
            <a:pPr marL="857250" indent="-857250" algn="ctr">
              <a:buFont typeface="+mj-lt"/>
              <a:buAutoNum type="romanUcPeriod" startAt="2"/>
            </a:pPr>
            <a:r>
              <a:rPr lang="fr-CI" dirty="0">
                <a:solidFill>
                  <a:srgbClr val="C00000"/>
                </a:solidFill>
              </a:rPr>
              <a:t>Solution AND ALGO</a:t>
            </a:r>
            <a:endParaRPr lang="en-US" dirty="0">
              <a:solidFill>
                <a:srgbClr val="C00000"/>
              </a:solidFill>
            </a:endParaRPr>
          </a:p>
        </p:txBody>
      </p:sp>
      <p:sp>
        <p:nvSpPr>
          <p:cNvPr id="3" name="Espace réservé du contenu 2">
            <a:extLst>
              <a:ext uri="{FF2B5EF4-FFF2-40B4-BE49-F238E27FC236}">
                <a16:creationId xmlns:a16="http://schemas.microsoft.com/office/drawing/2014/main" id="{92C62C2B-AEB6-1A8F-5CF1-14D4E06047D8}"/>
              </a:ext>
            </a:extLst>
          </p:cNvPr>
          <p:cNvSpPr>
            <a:spLocks noGrp="1"/>
          </p:cNvSpPr>
          <p:nvPr>
            <p:ph idx="1"/>
          </p:nvPr>
        </p:nvSpPr>
        <p:spPr>
          <a:xfrm>
            <a:off x="595591" y="1633143"/>
            <a:ext cx="11393209" cy="5072006"/>
          </a:xfrm>
        </p:spPr>
        <p:txBody>
          <a:bodyPr>
            <a:normAutofit/>
          </a:bodyPr>
          <a:lstStyle/>
          <a:p>
            <a:pPr marL="342900" marR="0" lvl="0" indent="-342900">
              <a:lnSpc>
                <a:spcPct val="107000"/>
              </a:lnSpc>
              <a:spcBef>
                <a:spcPts val="0"/>
              </a:spcBef>
              <a:spcAft>
                <a:spcPts val="800"/>
              </a:spcAft>
              <a:tabLst>
                <a:tab pos="457200" algn="l"/>
              </a:tabLst>
            </a:pPr>
            <a:r>
              <a:rPr lang="en-US" sz="2000" dirty="0">
                <a:latin typeface="Times New Roman" panose="02020603050405020304" pitchFamily="18" charset="0"/>
                <a:ea typeface="Calibri" panose="020F0502020204030204" pitchFamily="34" charset="0"/>
                <a:cs typeface="Arial" panose="020B0604020202020204" pitchFamily="34" charset="0"/>
              </a:rPr>
              <a:t>Initialize an empty list to store the people's information.</a:t>
            </a:r>
            <a:endParaRPr lang="en-US" sz="1400" dirty="0">
              <a:latin typeface="Calibri" panose="020F0502020204030204" pitchFamily="34" charset="0"/>
              <a:ea typeface="Calibri" panose="020F0502020204030204" pitchFamily="34" charset="0"/>
              <a:cs typeface="Arial" panose="020B0604020202020204" pitchFamily="34" charset="0"/>
            </a:endParaRPr>
          </a:p>
          <a:p>
            <a:pPr marL="342900" marR="0" lvl="0" indent="-342900">
              <a:lnSpc>
                <a:spcPct val="107000"/>
              </a:lnSpc>
              <a:spcBef>
                <a:spcPts val="0"/>
              </a:spcBef>
              <a:spcAft>
                <a:spcPts val="800"/>
              </a:spcAft>
              <a:tabLst>
                <a:tab pos="457200" algn="l"/>
              </a:tabLst>
            </a:pPr>
            <a:r>
              <a:rPr lang="en-US" sz="2000" dirty="0">
                <a:latin typeface="Times New Roman" panose="02020603050405020304" pitchFamily="18" charset="0"/>
                <a:ea typeface="Calibri" panose="020F0502020204030204" pitchFamily="34" charset="0"/>
                <a:cs typeface="Arial" panose="020B0604020202020204" pitchFamily="34" charset="0"/>
              </a:rPr>
              <a:t>Prompt the user to input their name, weight, and age using a user interface.</a:t>
            </a:r>
            <a:endParaRPr lang="en-US" sz="1400" dirty="0">
              <a:latin typeface="Calibri" panose="020F0502020204030204" pitchFamily="34" charset="0"/>
              <a:ea typeface="Calibri" panose="020F0502020204030204" pitchFamily="34" charset="0"/>
              <a:cs typeface="Arial" panose="020B0604020202020204" pitchFamily="34" charset="0"/>
            </a:endParaRPr>
          </a:p>
          <a:p>
            <a:pPr marL="342900" marR="0" lvl="0" indent="-342900">
              <a:lnSpc>
                <a:spcPct val="107000"/>
              </a:lnSpc>
              <a:spcBef>
                <a:spcPts val="0"/>
              </a:spcBef>
              <a:spcAft>
                <a:spcPts val="800"/>
              </a:spcAft>
              <a:tabLst>
                <a:tab pos="457200" algn="l"/>
              </a:tabLst>
            </a:pPr>
            <a:r>
              <a:rPr lang="en-US" sz="2000" dirty="0">
                <a:latin typeface="Times New Roman" panose="02020603050405020304" pitchFamily="18" charset="0"/>
                <a:ea typeface="Calibri" panose="020F0502020204030204" pitchFamily="34" charset="0"/>
                <a:cs typeface="Arial" panose="020B0604020202020204" pitchFamily="34" charset="0"/>
              </a:rPr>
              <a:t>Store the input in a dictionary with keys 'name', 'weight', and 'age'.</a:t>
            </a:r>
            <a:endParaRPr lang="en-US" sz="1400" dirty="0">
              <a:latin typeface="Calibri" panose="020F0502020204030204" pitchFamily="34" charset="0"/>
              <a:ea typeface="Calibri" panose="020F0502020204030204" pitchFamily="34" charset="0"/>
              <a:cs typeface="Arial" panose="020B0604020202020204" pitchFamily="34" charset="0"/>
            </a:endParaRPr>
          </a:p>
          <a:p>
            <a:pPr marL="342900" marR="0" lvl="0" indent="-342900">
              <a:lnSpc>
                <a:spcPct val="107000"/>
              </a:lnSpc>
              <a:spcBef>
                <a:spcPts val="0"/>
              </a:spcBef>
              <a:spcAft>
                <a:spcPts val="800"/>
              </a:spcAft>
              <a:tabLst>
                <a:tab pos="457200" algn="l"/>
              </a:tabLst>
            </a:pPr>
            <a:r>
              <a:rPr lang="en-US" sz="2000" dirty="0">
                <a:latin typeface="Times New Roman" panose="02020603050405020304" pitchFamily="18" charset="0"/>
                <a:ea typeface="Calibri" panose="020F0502020204030204" pitchFamily="34" charset="0"/>
                <a:cs typeface="Arial" panose="020B0604020202020204" pitchFamily="34" charset="0"/>
              </a:rPr>
              <a:t>Add the dictionary to the list.</a:t>
            </a:r>
            <a:endParaRPr lang="en-US" sz="1400" dirty="0">
              <a:latin typeface="Calibri" panose="020F0502020204030204" pitchFamily="34" charset="0"/>
              <a:ea typeface="Calibri" panose="020F0502020204030204" pitchFamily="34" charset="0"/>
              <a:cs typeface="Arial" panose="020B0604020202020204" pitchFamily="34" charset="0"/>
            </a:endParaRPr>
          </a:p>
          <a:p>
            <a:pPr marL="342900" marR="0" lvl="0" indent="-342900">
              <a:lnSpc>
                <a:spcPct val="107000"/>
              </a:lnSpc>
              <a:spcBef>
                <a:spcPts val="0"/>
              </a:spcBef>
              <a:spcAft>
                <a:spcPts val="800"/>
              </a:spcAft>
              <a:tabLst>
                <a:tab pos="457200" algn="l"/>
              </a:tabLst>
            </a:pPr>
            <a:r>
              <a:rPr lang="en-US" sz="2000" dirty="0">
                <a:latin typeface="Times New Roman" panose="02020603050405020304" pitchFamily="18" charset="0"/>
                <a:ea typeface="Calibri" panose="020F0502020204030204" pitchFamily="34" charset="0"/>
                <a:cs typeface="Arial" panose="020B0604020202020204" pitchFamily="34" charset="0"/>
              </a:rPr>
              <a:t>Ask the user if they want to add more people. If yes, repeat steps 2-4. If no, continue to step 6.</a:t>
            </a:r>
            <a:endParaRPr lang="en-US" sz="1400" dirty="0">
              <a:latin typeface="Calibri" panose="020F0502020204030204" pitchFamily="34" charset="0"/>
              <a:ea typeface="Calibri" panose="020F0502020204030204" pitchFamily="34" charset="0"/>
              <a:cs typeface="Arial" panose="020B0604020202020204" pitchFamily="34" charset="0"/>
            </a:endParaRPr>
          </a:p>
          <a:p>
            <a:pPr marL="342900" marR="0" lvl="0" indent="-342900">
              <a:lnSpc>
                <a:spcPct val="107000"/>
              </a:lnSpc>
              <a:spcBef>
                <a:spcPts val="0"/>
              </a:spcBef>
              <a:spcAft>
                <a:spcPts val="800"/>
              </a:spcAft>
              <a:tabLst>
                <a:tab pos="457200" algn="l"/>
              </a:tabLst>
            </a:pPr>
            <a:r>
              <a:rPr lang="en-US" sz="2000" dirty="0">
                <a:latin typeface="Times New Roman" panose="02020603050405020304" pitchFamily="18" charset="0"/>
                <a:ea typeface="Calibri" panose="020F0502020204030204" pitchFamily="34" charset="0"/>
                <a:cs typeface="Arial" panose="020B0604020202020204" pitchFamily="34" charset="0"/>
              </a:rPr>
              <a:t>Ask the user how they want to sort the list: by name, weight, or age.</a:t>
            </a:r>
            <a:endParaRPr lang="en-US" sz="1400" dirty="0">
              <a:latin typeface="Calibri" panose="020F0502020204030204" pitchFamily="34" charset="0"/>
              <a:ea typeface="Calibri" panose="020F0502020204030204" pitchFamily="34" charset="0"/>
              <a:cs typeface="Arial" panose="020B0604020202020204" pitchFamily="34" charset="0"/>
            </a:endParaRPr>
          </a:p>
          <a:p>
            <a:pPr marL="342900" marR="0" lvl="0" indent="-342900">
              <a:lnSpc>
                <a:spcPct val="107000"/>
              </a:lnSpc>
              <a:spcBef>
                <a:spcPts val="0"/>
              </a:spcBef>
              <a:spcAft>
                <a:spcPts val="800"/>
              </a:spcAft>
              <a:tabLst>
                <a:tab pos="457200" algn="l"/>
              </a:tabLst>
            </a:pPr>
            <a:r>
              <a:rPr lang="en-US" sz="2000" dirty="0">
                <a:latin typeface="Times New Roman" panose="02020603050405020304" pitchFamily="18" charset="0"/>
                <a:ea typeface="Calibri" panose="020F0502020204030204" pitchFamily="34" charset="0"/>
                <a:cs typeface="Arial" panose="020B0604020202020204" pitchFamily="34" charset="0"/>
              </a:rPr>
              <a:t>Sort the list using the chosen sorting technique.</a:t>
            </a:r>
            <a:endParaRPr lang="en-US" sz="1400" dirty="0">
              <a:latin typeface="Calibri" panose="020F0502020204030204" pitchFamily="34" charset="0"/>
              <a:ea typeface="Calibri" panose="020F0502020204030204" pitchFamily="34" charset="0"/>
              <a:cs typeface="Arial" panose="020B0604020202020204" pitchFamily="34" charset="0"/>
            </a:endParaRPr>
          </a:p>
          <a:p>
            <a:pPr marL="342900" marR="0" lvl="0" indent="-342900">
              <a:lnSpc>
                <a:spcPct val="107000"/>
              </a:lnSpc>
              <a:spcBef>
                <a:spcPts val="0"/>
              </a:spcBef>
              <a:spcAft>
                <a:spcPts val="800"/>
              </a:spcAft>
              <a:tabLst>
                <a:tab pos="457200" algn="l"/>
              </a:tabLst>
            </a:pPr>
            <a:r>
              <a:rPr lang="en-US" sz="2000" dirty="0">
                <a:latin typeface="Times New Roman" panose="02020603050405020304" pitchFamily="18" charset="0"/>
                <a:ea typeface="Calibri" panose="020F0502020204030204" pitchFamily="34" charset="0"/>
                <a:cs typeface="Arial" panose="020B0604020202020204" pitchFamily="34" charset="0"/>
              </a:rPr>
              <a:t>For the age: The algorithm used is a simple sorting algorithm known as "Selection Sort". Selection sort works by repeatedly finding the minimum element from the unsorted part of the array and moving it to the beginning of the sorted part of the array. In this code, the unsorted part of the array consists of the indices of the people, and the sorted part of the array is the order in which the people will be displayed in the result field.</a:t>
            </a:r>
            <a:endParaRPr lang="en-US" sz="1400" dirty="0">
              <a:latin typeface="Calibri" panose="020F0502020204030204" pitchFamily="34" charset="0"/>
              <a:ea typeface="Calibri" panose="020F0502020204030204" pitchFamily="34" charset="0"/>
              <a:cs typeface="Arial" panose="020B0604020202020204" pitchFamily="34" charset="0"/>
            </a:endParaRPr>
          </a:p>
          <a:p>
            <a:pPr marL="0" indent="0">
              <a:buNone/>
            </a:pPr>
            <a:endParaRPr lang="en-US" sz="2000" b="0" i="0" dirty="0">
              <a:effectLst/>
              <a:latin typeface="arial" panose="020B0604020202020204" pitchFamily="34" charset="0"/>
            </a:endParaRPr>
          </a:p>
        </p:txBody>
      </p:sp>
      <p:sp>
        <p:nvSpPr>
          <p:cNvPr id="12" name="Titre 1">
            <a:extLst>
              <a:ext uri="{FF2B5EF4-FFF2-40B4-BE49-F238E27FC236}">
                <a16:creationId xmlns:a16="http://schemas.microsoft.com/office/drawing/2014/main" id="{2E19EA49-44E0-4C46-91D1-CEB2D2C20ED7}"/>
              </a:ext>
            </a:extLst>
          </p:cNvPr>
          <p:cNvSpPr txBox="1">
            <a:spLocks/>
          </p:cNvSpPr>
          <p:nvPr/>
        </p:nvSpPr>
        <p:spPr>
          <a:xfrm>
            <a:off x="698477" y="972920"/>
            <a:ext cx="9905998" cy="558349"/>
          </a:xfrm>
          <a:prstGeom prst="rect">
            <a:avLst/>
          </a:prstGeom>
        </p:spPr>
        <p:txBody>
          <a:bodyPr vert="horz" lIns="91440" tIns="45720" rIns="91440" bIns="45720" rtlCol="0" anchor="ctr">
            <a:normAutofit fontScale="97500" lnSpcReduction="10000"/>
          </a:bodyPr>
          <a:lst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a:lstStyle>
          <a:p>
            <a:pPr marL="742950" indent="-742950" algn="ctr">
              <a:buFont typeface="+mj-lt"/>
              <a:buAutoNum type="alphaUcPeriod" startAt="2"/>
            </a:pPr>
            <a:r>
              <a:rPr lang="fr-CI" dirty="0">
                <a:solidFill>
                  <a:srgbClr val="FF0000"/>
                </a:solidFill>
              </a:rPr>
              <a:t>ALGO</a:t>
            </a:r>
            <a:endParaRPr lang="en-US" dirty="0">
              <a:solidFill>
                <a:srgbClr val="FF0000"/>
              </a:solidFill>
            </a:endParaRPr>
          </a:p>
        </p:txBody>
      </p:sp>
    </p:spTree>
    <p:extLst>
      <p:ext uri="{BB962C8B-B14F-4D97-AF65-F5344CB8AC3E}">
        <p14:creationId xmlns:p14="http://schemas.microsoft.com/office/powerpoint/2010/main" val="22678776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E94E972-93A6-8933-981A-BBA0173AB960}"/>
              </a:ext>
            </a:extLst>
          </p:cNvPr>
          <p:cNvSpPr>
            <a:spLocks noGrp="1"/>
          </p:cNvSpPr>
          <p:nvPr>
            <p:ph type="title"/>
          </p:nvPr>
        </p:nvSpPr>
        <p:spPr>
          <a:xfrm>
            <a:off x="1014413" y="152851"/>
            <a:ext cx="9905998" cy="558349"/>
          </a:xfrm>
        </p:spPr>
        <p:txBody>
          <a:bodyPr>
            <a:normAutofit fontScale="90000"/>
          </a:bodyPr>
          <a:lstStyle/>
          <a:p>
            <a:pPr marL="857250" indent="-857250" algn="ctr">
              <a:buFont typeface="+mj-lt"/>
              <a:buAutoNum type="romanUcPeriod" startAt="2"/>
            </a:pPr>
            <a:r>
              <a:rPr lang="fr-CI" dirty="0">
                <a:solidFill>
                  <a:srgbClr val="C00000"/>
                </a:solidFill>
              </a:rPr>
              <a:t>Solution AND ALGO</a:t>
            </a:r>
            <a:endParaRPr lang="en-US" dirty="0">
              <a:solidFill>
                <a:srgbClr val="C00000"/>
              </a:solidFill>
            </a:endParaRPr>
          </a:p>
        </p:txBody>
      </p:sp>
      <p:sp>
        <p:nvSpPr>
          <p:cNvPr id="3" name="Espace réservé du contenu 2">
            <a:extLst>
              <a:ext uri="{FF2B5EF4-FFF2-40B4-BE49-F238E27FC236}">
                <a16:creationId xmlns:a16="http://schemas.microsoft.com/office/drawing/2014/main" id="{92C62C2B-AEB6-1A8F-5CF1-14D4E06047D8}"/>
              </a:ext>
            </a:extLst>
          </p:cNvPr>
          <p:cNvSpPr>
            <a:spLocks noGrp="1"/>
          </p:cNvSpPr>
          <p:nvPr>
            <p:ph idx="1"/>
          </p:nvPr>
        </p:nvSpPr>
        <p:spPr>
          <a:xfrm>
            <a:off x="651933" y="1515534"/>
            <a:ext cx="11015134" cy="4985020"/>
          </a:xfrm>
        </p:spPr>
        <p:txBody>
          <a:bodyPr>
            <a:normAutofit/>
          </a:bodyPr>
          <a:lstStyle/>
          <a:p>
            <a:pPr marL="342900" marR="0" lvl="0" indent="-342900">
              <a:lnSpc>
                <a:spcPct val="107000"/>
              </a:lnSpc>
              <a:spcBef>
                <a:spcPts val="0"/>
              </a:spcBef>
              <a:spcAft>
                <a:spcPts val="800"/>
              </a:spcAft>
              <a:tabLst>
                <a:tab pos="228600" algn="l"/>
              </a:tabLst>
            </a:pPr>
            <a:r>
              <a:rPr lang="en-US" sz="2000" dirty="0">
                <a:latin typeface="Times New Roman" panose="02020603050405020304" pitchFamily="18" charset="0"/>
                <a:ea typeface="Calibri" panose="020F0502020204030204" pitchFamily="34" charset="0"/>
                <a:cs typeface="Arial" panose="020B0604020202020204" pitchFamily="34" charset="0"/>
              </a:rPr>
              <a:t>For the weight: The algorithm used for sorting by weight is also a simple selection sort algorithm. It starts by creating an array of indices, where each index corresponds to a person in the original arrays. Then it iterates over the indices and compares the weights of the corresponding people, swapping the indices if necessary to sort the array. Finally, it displays the sorted list of people in the result field.</a:t>
            </a:r>
            <a:endParaRPr lang="en-US" sz="1400" dirty="0">
              <a:latin typeface="Calibri" panose="020F0502020204030204" pitchFamily="34" charset="0"/>
              <a:ea typeface="Calibri" panose="020F0502020204030204" pitchFamily="34" charset="0"/>
              <a:cs typeface="Arial" panose="020B0604020202020204" pitchFamily="34" charset="0"/>
            </a:endParaRPr>
          </a:p>
          <a:p>
            <a:pPr marL="342900" marR="0" lvl="0" indent="-342900">
              <a:lnSpc>
                <a:spcPct val="107000"/>
              </a:lnSpc>
              <a:spcBef>
                <a:spcPts val="0"/>
              </a:spcBef>
              <a:spcAft>
                <a:spcPts val="800"/>
              </a:spcAft>
              <a:tabLst>
                <a:tab pos="457200" algn="l"/>
              </a:tabLst>
            </a:pPr>
            <a:r>
              <a:rPr lang="en-US" sz="2000" dirty="0">
                <a:latin typeface="Times New Roman" panose="02020603050405020304" pitchFamily="18" charset="0"/>
                <a:ea typeface="Calibri" panose="020F0502020204030204" pitchFamily="34" charset="0"/>
                <a:cs typeface="Arial" panose="020B0604020202020204" pitchFamily="34" charset="0"/>
              </a:rPr>
              <a:t>For the name: This code sorts the </a:t>
            </a:r>
            <a:r>
              <a:rPr lang="en-US" sz="2000" b="1" dirty="0">
                <a:latin typeface="Times New Roman" panose="02020603050405020304" pitchFamily="18" charset="0"/>
                <a:ea typeface="Calibri" panose="020F0502020204030204" pitchFamily="34" charset="0"/>
                <a:cs typeface="Arial" panose="020B0604020202020204" pitchFamily="34" charset="0"/>
              </a:rPr>
              <a:t>names</a:t>
            </a:r>
            <a:r>
              <a:rPr lang="en-US" sz="2000" dirty="0">
                <a:latin typeface="Times New Roman" panose="02020603050405020304" pitchFamily="18" charset="0"/>
                <a:ea typeface="Calibri" panose="020F0502020204030204" pitchFamily="34" charset="0"/>
                <a:cs typeface="Arial" panose="020B0604020202020204" pitchFamily="34" charset="0"/>
              </a:rPr>
              <a:t> array alphabetically using bubble sort.</a:t>
            </a:r>
            <a:endParaRPr lang="en-US" sz="1400" dirty="0">
              <a:latin typeface="Calibri" panose="020F0502020204030204" pitchFamily="34" charset="0"/>
              <a:ea typeface="Calibri" panose="020F0502020204030204" pitchFamily="34" charset="0"/>
              <a:cs typeface="Arial" panose="020B0604020202020204" pitchFamily="34" charset="0"/>
            </a:endParaRPr>
          </a:p>
          <a:p>
            <a:pPr marL="342900" marR="0" lvl="0" indent="-342900">
              <a:lnSpc>
                <a:spcPct val="107000"/>
              </a:lnSpc>
              <a:spcBef>
                <a:spcPts val="0"/>
              </a:spcBef>
              <a:spcAft>
                <a:spcPts val="800"/>
              </a:spcAft>
              <a:tabLst>
                <a:tab pos="457200" algn="l"/>
              </a:tabLst>
            </a:pPr>
            <a:r>
              <a:rPr lang="en-US" sz="2000" dirty="0">
                <a:latin typeface="Times New Roman" panose="02020603050405020304" pitchFamily="18" charset="0"/>
                <a:ea typeface="Calibri" panose="020F0502020204030204" pitchFamily="34" charset="0"/>
                <a:cs typeface="Arial" panose="020B0604020202020204" pitchFamily="34" charset="0"/>
              </a:rPr>
              <a:t>Display the sorted list with an indication of the order for people to use the machine.</a:t>
            </a:r>
            <a:endParaRPr lang="en-US" sz="1400" dirty="0">
              <a:latin typeface="Calibri" panose="020F0502020204030204" pitchFamily="34" charset="0"/>
              <a:ea typeface="Calibri" panose="020F0502020204030204" pitchFamily="34" charset="0"/>
              <a:cs typeface="Arial" panose="020B0604020202020204" pitchFamily="34" charset="0"/>
            </a:endParaRPr>
          </a:p>
          <a:p>
            <a:pPr marL="342900" marR="0" lvl="0" indent="-342900">
              <a:lnSpc>
                <a:spcPct val="107000"/>
              </a:lnSpc>
              <a:spcBef>
                <a:spcPts val="0"/>
              </a:spcBef>
              <a:spcAft>
                <a:spcPts val="800"/>
              </a:spcAft>
              <a:tabLst>
                <a:tab pos="457200" algn="l"/>
              </a:tabLst>
            </a:pPr>
            <a:r>
              <a:rPr lang="en-US" sz="2000" dirty="0">
                <a:latin typeface="Times New Roman" panose="02020603050405020304" pitchFamily="18" charset="0"/>
                <a:ea typeface="Calibri" panose="020F0502020204030204" pitchFamily="34" charset="0"/>
                <a:cs typeface="Arial" panose="020B0604020202020204" pitchFamily="34" charset="0"/>
              </a:rPr>
              <a:t>For each person in the sorted list, calculate their body mass index (BMI) using the following formula:</a:t>
            </a:r>
            <a:endParaRPr lang="en-US" sz="1400" dirty="0">
              <a:latin typeface="Calibri" panose="020F0502020204030204" pitchFamily="34" charset="0"/>
              <a:ea typeface="Calibri" panose="020F0502020204030204" pitchFamily="34" charset="0"/>
              <a:cs typeface="Arial" panose="020B0604020202020204" pitchFamily="34" charset="0"/>
            </a:endParaRPr>
          </a:p>
          <a:p>
            <a:pPr marL="0" marR="0">
              <a:lnSpc>
                <a:spcPct val="107000"/>
              </a:lnSpc>
              <a:spcBef>
                <a:spcPts val="0"/>
              </a:spcBef>
              <a:spcAft>
                <a:spcPts val="800"/>
              </a:spcAft>
            </a:pPr>
            <a:r>
              <a:rPr lang="en-US" sz="2000" dirty="0">
                <a:latin typeface="Times New Roman" panose="02020603050405020304" pitchFamily="18" charset="0"/>
                <a:ea typeface="Calibri" panose="020F0502020204030204" pitchFamily="34" charset="0"/>
                <a:cs typeface="Arial" panose="020B0604020202020204" pitchFamily="34" charset="0"/>
              </a:rPr>
              <a:t>BMI = weight (kg) / (height (m)) ^2</a:t>
            </a:r>
            <a:endParaRPr lang="en-US" sz="1400" dirty="0">
              <a:latin typeface="Calibri" panose="020F0502020204030204" pitchFamily="34" charset="0"/>
              <a:ea typeface="Calibri" panose="020F0502020204030204" pitchFamily="34" charset="0"/>
              <a:cs typeface="Arial" panose="020B0604020202020204" pitchFamily="34" charset="0"/>
            </a:endParaRPr>
          </a:p>
          <a:p>
            <a:pPr marL="0" marR="0">
              <a:lnSpc>
                <a:spcPct val="107000"/>
              </a:lnSpc>
              <a:spcBef>
                <a:spcPts val="0"/>
              </a:spcBef>
              <a:spcAft>
                <a:spcPts val="800"/>
              </a:spcAft>
            </a:pPr>
            <a:r>
              <a:rPr lang="en-US" sz="2000" dirty="0">
                <a:latin typeface="Times New Roman" panose="02020603050405020304" pitchFamily="18" charset="0"/>
                <a:ea typeface="Calibri" panose="020F0502020204030204" pitchFamily="34" charset="0"/>
                <a:cs typeface="Arial" panose="020B0604020202020204" pitchFamily="34" charset="0"/>
              </a:rPr>
              <a:t>where height is assumed to be 1.75m for all people.</a:t>
            </a:r>
            <a:endParaRPr lang="en-US" sz="1400" dirty="0">
              <a:latin typeface="Calibri" panose="020F0502020204030204" pitchFamily="34" charset="0"/>
              <a:ea typeface="Calibri" panose="020F0502020204030204" pitchFamily="34" charset="0"/>
              <a:cs typeface="Arial" panose="020B0604020202020204" pitchFamily="34" charset="0"/>
            </a:endParaRPr>
          </a:p>
          <a:p>
            <a:pPr marL="342900" marR="0" lvl="0" indent="-342900">
              <a:lnSpc>
                <a:spcPct val="107000"/>
              </a:lnSpc>
              <a:spcBef>
                <a:spcPts val="0"/>
              </a:spcBef>
              <a:spcAft>
                <a:spcPts val="800"/>
              </a:spcAft>
              <a:tabLst>
                <a:tab pos="457200" algn="l"/>
              </a:tabLst>
            </a:pPr>
            <a:r>
              <a:rPr lang="en-US" sz="2000" dirty="0">
                <a:latin typeface="Times New Roman" panose="02020603050405020304" pitchFamily="18" charset="0"/>
                <a:ea typeface="Calibri" panose="020F0502020204030204" pitchFamily="34" charset="0"/>
                <a:cs typeface="Arial" panose="020B0604020202020204" pitchFamily="34" charset="0"/>
              </a:rPr>
              <a:t>Display the BMI for each person in the sorted list.</a:t>
            </a:r>
          </a:p>
          <a:p>
            <a:pPr marL="0" indent="0">
              <a:buNone/>
            </a:pPr>
            <a:endParaRPr lang="en-US" sz="2000" b="0" i="0" dirty="0">
              <a:effectLst/>
              <a:latin typeface="arial" panose="020B0604020202020204" pitchFamily="34" charset="0"/>
            </a:endParaRPr>
          </a:p>
        </p:txBody>
      </p:sp>
      <p:sp>
        <p:nvSpPr>
          <p:cNvPr id="12" name="Titre 1">
            <a:extLst>
              <a:ext uri="{FF2B5EF4-FFF2-40B4-BE49-F238E27FC236}">
                <a16:creationId xmlns:a16="http://schemas.microsoft.com/office/drawing/2014/main" id="{2E19EA49-44E0-4C46-91D1-CEB2D2C20ED7}"/>
              </a:ext>
            </a:extLst>
          </p:cNvPr>
          <p:cNvSpPr txBox="1">
            <a:spLocks/>
          </p:cNvSpPr>
          <p:nvPr/>
        </p:nvSpPr>
        <p:spPr>
          <a:xfrm>
            <a:off x="1143000" y="884530"/>
            <a:ext cx="9905998" cy="558349"/>
          </a:xfrm>
          <a:prstGeom prst="rect">
            <a:avLst/>
          </a:prstGeom>
        </p:spPr>
        <p:txBody>
          <a:bodyPr vert="horz" lIns="91440" tIns="45720" rIns="91440" bIns="45720" rtlCol="0" anchor="ctr">
            <a:normAutofit fontScale="97500" lnSpcReduction="10000"/>
          </a:bodyPr>
          <a:lst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a:lstStyle>
          <a:p>
            <a:pPr marL="742950" indent="-742950" algn="ctr">
              <a:buFont typeface="+mj-lt"/>
              <a:buAutoNum type="alphaUcPeriod" startAt="2"/>
            </a:pPr>
            <a:r>
              <a:rPr lang="fr-CI" dirty="0">
                <a:solidFill>
                  <a:srgbClr val="FF0000"/>
                </a:solidFill>
              </a:rPr>
              <a:t>ALGO</a:t>
            </a:r>
            <a:endParaRPr lang="en-US" dirty="0">
              <a:solidFill>
                <a:srgbClr val="FF0000"/>
              </a:solidFill>
            </a:endParaRPr>
          </a:p>
        </p:txBody>
      </p:sp>
    </p:spTree>
    <p:extLst>
      <p:ext uri="{BB962C8B-B14F-4D97-AF65-F5344CB8AC3E}">
        <p14:creationId xmlns:p14="http://schemas.microsoft.com/office/powerpoint/2010/main" val="288444678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C019EB7-3C3E-A452-96FD-59A31C232DAB}"/>
              </a:ext>
            </a:extLst>
          </p:cNvPr>
          <p:cNvSpPr>
            <a:spLocks noGrp="1"/>
          </p:cNvSpPr>
          <p:nvPr>
            <p:ph type="title"/>
          </p:nvPr>
        </p:nvSpPr>
        <p:spPr>
          <a:xfrm>
            <a:off x="1143001" y="161318"/>
            <a:ext cx="9905998" cy="668415"/>
          </a:xfrm>
        </p:spPr>
        <p:txBody>
          <a:bodyPr/>
          <a:lstStyle/>
          <a:p>
            <a:pPr marL="857250" indent="-857250" algn="ctr">
              <a:buFont typeface="+mj-lt"/>
              <a:buAutoNum type="romanUcPeriod" startAt="3"/>
            </a:pPr>
            <a:r>
              <a:rPr lang="fr-FR" dirty="0">
                <a:solidFill>
                  <a:srgbClr val="C00000"/>
                </a:solidFill>
              </a:rPr>
              <a:t>JAVA CODE &amp; INTERFACE</a:t>
            </a:r>
            <a:endParaRPr lang="fr-CI" dirty="0"/>
          </a:p>
        </p:txBody>
      </p:sp>
      <p:pic>
        <p:nvPicPr>
          <p:cNvPr id="8" name="Content Placeholder 7">
            <a:extLst>
              <a:ext uri="{FF2B5EF4-FFF2-40B4-BE49-F238E27FC236}">
                <a16:creationId xmlns:a16="http://schemas.microsoft.com/office/drawing/2014/main" id="{F886A0CD-A523-4B32-B4C6-DE73F1060F9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82601" y="829734"/>
            <a:ext cx="11108265" cy="5765800"/>
          </a:xfrm>
        </p:spPr>
      </p:pic>
    </p:spTree>
    <p:extLst>
      <p:ext uri="{BB962C8B-B14F-4D97-AF65-F5344CB8AC3E}">
        <p14:creationId xmlns:p14="http://schemas.microsoft.com/office/powerpoint/2010/main" val="2843426384"/>
      </p:ext>
    </p:extLst>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Content Placeholder 13">
            <a:extLst>
              <a:ext uri="{FF2B5EF4-FFF2-40B4-BE49-F238E27FC236}">
                <a16:creationId xmlns:a16="http://schemas.microsoft.com/office/drawing/2014/main" id="{ABD0C03F-477E-4727-AA41-AF4D43C2D98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85334" y="262467"/>
            <a:ext cx="10236200" cy="6180666"/>
          </a:xfrm>
        </p:spPr>
      </p:pic>
    </p:spTree>
    <p:extLst>
      <p:ext uri="{BB962C8B-B14F-4D97-AF65-F5344CB8AC3E}">
        <p14:creationId xmlns:p14="http://schemas.microsoft.com/office/powerpoint/2010/main" val="1128813405"/>
      </p:ext>
    </p:extLst>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064A134A-2F44-44D6-AA76-CFD7AA8029E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71600" y="618067"/>
            <a:ext cx="8720667" cy="5774266"/>
          </a:xfrm>
        </p:spPr>
      </p:pic>
    </p:spTree>
    <p:extLst>
      <p:ext uri="{BB962C8B-B14F-4D97-AF65-F5344CB8AC3E}">
        <p14:creationId xmlns:p14="http://schemas.microsoft.com/office/powerpoint/2010/main" val="1497668631"/>
      </p:ext>
    </p:extLst>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870F9532-BBAA-4C6C-916E-74B9192CE9F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853267" y="657517"/>
            <a:ext cx="5740400" cy="5565483"/>
          </a:xfrm>
        </p:spPr>
      </p:pic>
    </p:spTree>
    <p:extLst>
      <p:ext uri="{BB962C8B-B14F-4D97-AF65-F5344CB8AC3E}">
        <p14:creationId xmlns:p14="http://schemas.microsoft.com/office/powerpoint/2010/main" val="2197704721"/>
      </p:ext>
    </p:extLst>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C3DD3C5D-3402-4C52-8784-54099928345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13467" y="423333"/>
            <a:ext cx="8001000" cy="5664200"/>
          </a:xfrm>
        </p:spPr>
      </p:pic>
    </p:spTree>
    <p:extLst>
      <p:ext uri="{BB962C8B-B14F-4D97-AF65-F5344CB8AC3E}">
        <p14:creationId xmlns:p14="http://schemas.microsoft.com/office/powerpoint/2010/main" val="75235957"/>
      </p:ext>
    </p:extLst>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55A2F015-282A-4093-82BE-35EE14AAAD3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624667" y="697855"/>
            <a:ext cx="5977465" cy="5723780"/>
          </a:xfrm>
        </p:spPr>
      </p:pic>
    </p:spTree>
    <p:extLst>
      <p:ext uri="{BB962C8B-B14F-4D97-AF65-F5344CB8AC3E}">
        <p14:creationId xmlns:p14="http://schemas.microsoft.com/office/powerpoint/2010/main" val="3650081142"/>
      </p:ext>
    </p:extLst>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87E673D-3218-ADE9-E1EF-53080AE53790}"/>
              </a:ext>
            </a:extLst>
          </p:cNvPr>
          <p:cNvSpPr>
            <a:spLocks noGrp="1"/>
          </p:cNvSpPr>
          <p:nvPr>
            <p:ph type="title"/>
          </p:nvPr>
        </p:nvSpPr>
        <p:spPr/>
        <p:txBody>
          <a:bodyPr/>
          <a:lstStyle/>
          <a:p>
            <a:pPr algn="ctr"/>
            <a:r>
              <a:rPr lang="fr-FR" dirty="0">
                <a:solidFill>
                  <a:srgbClr val="C00000"/>
                </a:solidFill>
              </a:rPr>
              <a:t>CONCLUSION</a:t>
            </a:r>
            <a:endParaRPr lang="fr-CI" dirty="0">
              <a:solidFill>
                <a:srgbClr val="C00000"/>
              </a:solidFill>
            </a:endParaRPr>
          </a:p>
        </p:txBody>
      </p:sp>
      <p:sp>
        <p:nvSpPr>
          <p:cNvPr id="4" name="TextBox 3">
            <a:extLst>
              <a:ext uri="{FF2B5EF4-FFF2-40B4-BE49-F238E27FC236}">
                <a16:creationId xmlns:a16="http://schemas.microsoft.com/office/drawing/2014/main" id="{0272653F-DD2C-4443-8D86-7EDAEDF49C41}"/>
              </a:ext>
            </a:extLst>
          </p:cNvPr>
          <p:cNvSpPr txBox="1"/>
          <p:nvPr/>
        </p:nvSpPr>
        <p:spPr>
          <a:xfrm>
            <a:off x="1141413" y="2360815"/>
            <a:ext cx="9232871" cy="369332"/>
          </a:xfrm>
          <a:prstGeom prst="rect">
            <a:avLst/>
          </a:prstGeom>
          <a:noFill/>
        </p:spPr>
        <p:txBody>
          <a:bodyPr wrap="square" rtlCol="0">
            <a:spAutoFit/>
          </a:bodyPr>
          <a:lstStyle/>
          <a:p>
            <a:r>
              <a:rPr lang="en-US" dirty="0"/>
              <a:t>In conclusion, my project is finished and from now I will do a real demonstration</a:t>
            </a:r>
          </a:p>
        </p:txBody>
      </p:sp>
    </p:spTree>
    <p:extLst>
      <p:ext uri="{BB962C8B-B14F-4D97-AF65-F5344CB8AC3E}">
        <p14:creationId xmlns:p14="http://schemas.microsoft.com/office/powerpoint/2010/main" val="998432319"/>
      </p:ext>
    </p:extLst>
  </p:cSld>
  <p:clrMapOvr>
    <a:masterClrMapping/>
  </p:clrMapOvr>
  <mc:AlternateContent xmlns:mc="http://schemas.openxmlformats.org/markup-compatibility/2006" xmlns:p14="http://schemas.microsoft.com/office/powerpoint/2010/main">
    <mc:Choice Requires="p14">
      <p:transition spd="slow" p14:dur="2000">
        <p14:ferris dir="l"/>
      </p:transition>
    </mc:Choice>
    <mc:Fallback xmlns="">
      <p:transition spd="slow">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252C36"/>
      </a:dk2>
      <a:lt2>
        <a:srgbClr val="7C96A3"/>
      </a:lt2>
      <a:accent1>
        <a:srgbClr val="4FD093"/>
      </a:accent1>
      <a:accent2>
        <a:srgbClr val="54BCDF"/>
      </a:accent2>
      <a:accent3>
        <a:srgbClr val="A262D0"/>
      </a:accent3>
      <a:accent4>
        <a:srgbClr val="D7537B"/>
      </a:accent4>
      <a:accent5>
        <a:srgbClr val="E78045"/>
      </a:accent5>
      <a:accent6>
        <a:srgbClr val="84C350"/>
      </a:accent6>
      <a:hlink>
        <a:srgbClr val="22FFFF"/>
      </a:hlink>
      <a:folHlink>
        <a:srgbClr val="9BF3FD"/>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40000"/>
              </a:schemeClr>
            </a:gs>
            <a:gs pos="100000">
              <a:schemeClr val="phClr">
                <a:shade val="92000"/>
                <a:hueMod val="104000"/>
                <a:satMod val="140000"/>
                <a:lumMod val="48000"/>
              </a:schemeClr>
            </a:gs>
          </a:gsLst>
          <a:lin ang="5040000" scaled="0"/>
        </a:gradFill>
        <a:blipFill>
          <a:blip xmlns:r="http://schemas.openxmlformats.org/officeDocument/2006/relationships" r:embed="rId1">
            <a:duotone>
              <a:schemeClr val="phClr">
                <a:shade val="48000"/>
                <a:hueMod val="106000"/>
                <a:satMod val="140000"/>
                <a:lumMod val="42000"/>
              </a:schemeClr>
              <a:schemeClr val="phClr">
                <a:tint val="98000"/>
                <a:hueMod val="92000"/>
                <a:satMod val="220000"/>
                <a:lumMod val="9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142578CA-DEC9-49C3-80AF-C113973CC9A9}"/>
    </a:ext>
  </a:extLst>
</a:theme>
</file>

<file path=docProps/app.xml><?xml version="1.0" encoding="utf-8"?>
<Properties xmlns="http://schemas.openxmlformats.org/officeDocument/2006/extended-properties" xmlns:vt="http://schemas.openxmlformats.org/officeDocument/2006/docPropsVTypes">
  <Template>Circuit</Template>
  <TotalTime>1090</TotalTime>
  <Words>679</Words>
  <Application>Microsoft Office PowerPoint</Application>
  <PresentationFormat>Widescreen</PresentationFormat>
  <Paragraphs>41</Paragraphs>
  <Slides>13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Arial</vt:lpstr>
      <vt:lpstr>Arial</vt:lpstr>
      <vt:lpstr>Calibri</vt:lpstr>
      <vt:lpstr>Times New Roman</vt:lpstr>
      <vt:lpstr>Trebuchet MS</vt:lpstr>
      <vt:lpstr>Tw Cen MT</vt:lpstr>
      <vt:lpstr>Circuit</vt:lpstr>
      <vt:lpstr>Design algorithm</vt:lpstr>
      <vt:lpstr>OUTLINE</vt:lpstr>
      <vt:lpstr>Introduction</vt:lpstr>
      <vt:lpstr>Solution AND ALGO</vt:lpstr>
      <vt:lpstr>Solution AND ALGO</vt:lpstr>
      <vt:lpstr>Solution AND ALGO</vt:lpstr>
      <vt:lpstr>JAVA CODE &amp; INTERFACE</vt:lpstr>
      <vt:lpstr>PowerPoint Presentation</vt:lpstr>
      <vt:lpstr>PowerPoint Presentation</vt:lpstr>
      <vt:lpstr>PowerPoint Presentation</vt:lpstr>
      <vt:lpstr>PowerPoint Presentation</vt:lpstr>
      <vt:lpstr>PowerPoint Presentation</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Computer ARCHITECTURE</dc:title>
  <dc:creator>Marshall ares</dc:creator>
  <cp:lastModifiedBy>Marshall ares</cp:lastModifiedBy>
  <cp:revision>36</cp:revision>
  <dcterms:created xsi:type="dcterms:W3CDTF">2022-09-25T16:36:58Z</dcterms:created>
  <dcterms:modified xsi:type="dcterms:W3CDTF">2023-04-03T14:41:55Z</dcterms:modified>
</cp:coreProperties>
</file>